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6" r:id="rId5"/>
  </p:sldIdLst>
  <p:sldSz cx="43891200" cy="43891200"/>
  <p:notesSz cx="7004050" cy="9283700"/>
  <p:defaultTextStyle>
    <a:defPPr>
      <a:defRPr lang="en-US"/>
    </a:defPPr>
    <a:lvl1pPr algn="l" rtl="0" eaLnBrk="0" fontAlgn="base" hangingPunct="0">
      <a:spcBef>
        <a:spcPct val="0"/>
      </a:spcBef>
      <a:spcAft>
        <a:spcPct val="0"/>
      </a:spcAft>
      <a:defRPr sz="36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6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6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6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600" kern="1200">
        <a:solidFill>
          <a:schemeClr val="tx1"/>
        </a:solidFill>
        <a:latin typeface="Arial" panose="020B0604020202020204" pitchFamily="34" charset="0"/>
        <a:ea typeface="+mn-ea"/>
        <a:cs typeface="+mn-cs"/>
      </a:defRPr>
    </a:lvl5pPr>
    <a:lvl6pPr marL="2286000" algn="l" defTabSz="914400" rtl="0" eaLnBrk="1" latinLnBrk="0" hangingPunct="1">
      <a:defRPr sz="3600" kern="1200">
        <a:solidFill>
          <a:schemeClr val="tx1"/>
        </a:solidFill>
        <a:latin typeface="Arial" panose="020B0604020202020204" pitchFamily="34" charset="0"/>
        <a:ea typeface="+mn-ea"/>
        <a:cs typeface="+mn-cs"/>
      </a:defRPr>
    </a:lvl6pPr>
    <a:lvl7pPr marL="2743200" algn="l" defTabSz="914400" rtl="0" eaLnBrk="1" latinLnBrk="0" hangingPunct="1">
      <a:defRPr sz="3600" kern="1200">
        <a:solidFill>
          <a:schemeClr val="tx1"/>
        </a:solidFill>
        <a:latin typeface="Arial" panose="020B0604020202020204" pitchFamily="34" charset="0"/>
        <a:ea typeface="+mn-ea"/>
        <a:cs typeface="+mn-cs"/>
      </a:defRPr>
    </a:lvl7pPr>
    <a:lvl8pPr marL="3200400" algn="l" defTabSz="914400" rtl="0" eaLnBrk="1" latinLnBrk="0" hangingPunct="1">
      <a:defRPr sz="3600" kern="1200">
        <a:solidFill>
          <a:schemeClr val="tx1"/>
        </a:solidFill>
        <a:latin typeface="Arial" panose="020B0604020202020204" pitchFamily="34" charset="0"/>
        <a:ea typeface="+mn-ea"/>
        <a:cs typeface="+mn-cs"/>
      </a:defRPr>
    </a:lvl8pPr>
    <a:lvl9pPr marL="3657600" algn="l" defTabSz="914400" rtl="0" eaLnBrk="1" latinLnBrk="0" hangingPunct="1">
      <a:defRPr sz="36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3824">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AEA"/>
    <a:srgbClr val="FFFFFF"/>
    <a:srgbClr val="006699"/>
    <a:srgbClr val="CCECFF"/>
    <a:srgbClr val="F8F8F8"/>
    <a:srgbClr val="FFFF66"/>
    <a:srgbClr val="003A74"/>
    <a:srgbClr val="366E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3824"/>
        <p:guide pos="13824"/>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 /><Relationship Id="rId3" Type="http://schemas.openxmlformats.org/officeDocument/2006/relationships/customXml" Target="../customXml/item3.xml" /><Relationship Id="rId7" Type="http://schemas.openxmlformats.org/officeDocument/2006/relationships/presProps" Target="presProps.xml" /><Relationship Id="rId2" Type="http://schemas.openxmlformats.org/officeDocument/2006/relationships/customXml" Target="../customXml/item2.xml" /><Relationship Id="rId1" Type="http://schemas.openxmlformats.org/officeDocument/2006/relationships/customXml" Target="../customXml/item1.xml" /><Relationship Id="rId6" Type="http://schemas.openxmlformats.org/officeDocument/2006/relationships/notesMaster" Target="notesMasters/notesMaster1.xml" /><Relationship Id="rId5" Type="http://schemas.openxmlformats.org/officeDocument/2006/relationships/slide" Target="slides/slide1.xml" /><Relationship Id="rId10" Type="http://schemas.openxmlformats.org/officeDocument/2006/relationships/tableStyles" Target="tableStyles.xml" /><Relationship Id="rId4" Type="http://schemas.openxmlformats.org/officeDocument/2006/relationships/slideMaster" Target="slideMasters/slideMaster1.xml" /><Relationship Id="rId9"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5300" cy="4651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967163" y="0"/>
            <a:ext cx="3035300" cy="465138"/>
          </a:xfrm>
          <a:prstGeom prst="rect">
            <a:avLst/>
          </a:prstGeom>
        </p:spPr>
        <p:txBody>
          <a:bodyPr vert="horz" lIns="91440" tIns="45720" rIns="91440" bIns="45720" rtlCol="0"/>
          <a:lstStyle>
            <a:lvl1pPr algn="r">
              <a:defRPr sz="1200"/>
            </a:lvl1pPr>
          </a:lstStyle>
          <a:p>
            <a:fld id="{A316B184-3C6D-435F-B83B-E262E0B85F8D}" type="datetimeFigureOut">
              <a:rPr lang="en-IN" smtClean="0"/>
              <a:t>14-04-2024</a:t>
            </a:fld>
            <a:endParaRPr lang="en-IN"/>
          </a:p>
        </p:txBody>
      </p:sp>
      <p:sp>
        <p:nvSpPr>
          <p:cNvPr id="4" name="Slide Image Placeholder 3"/>
          <p:cNvSpPr>
            <a:spLocks noGrp="1" noRot="1" noChangeAspect="1"/>
          </p:cNvSpPr>
          <p:nvPr>
            <p:ph type="sldImg" idx="2"/>
          </p:nvPr>
        </p:nvSpPr>
        <p:spPr>
          <a:xfrm>
            <a:off x="1935163" y="1160463"/>
            <a:ext cx="3133725" cy="3133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00088" y="4467225"/>
            <a:ext cx="5603875" cy="365601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818563"/>
            <a:ext cx="3035300" cy="4651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967163" y="8818563"/>
            <a:ext cx="3035300" cy="465137"/>
          </a:xfrm>
          <a:prstGeom prst="rect">
            <a:avLst/>
          </a:prstGeom>
        </p:spPr>
        <p:txBody>
          <a:bodyPr vert="horz" lIns="91440" tIns="45720" rIns="91440" bIns="45720" rtlCol="0" anchor="b"/>
          <a:lstStyle>
            <a:lvl1pPr algn="r">
              <a:defRPr sz="1200"/>
            </a:lvl1pPr>
          </a:lstStyle>
          <a:p>
            <a:fld id="{71F9B3A8-A381-4AE8-A250-EFBB49A40728}" type="slidenum">
              <a:rPr lang="en-IN" smtClean="0"/>
              <a:t>‹#›</a:t>
            </a:fld>
            <a:endParaRPr lang="en-IN"/>
          </a:p>
        </p:txBody>
      </p:sp>
    </p:spTree>
    <p:extLst>
      <p:ext uri="{BB962C8B-B14F-4D97-AF65-F5344CB8AC3E}">
        <p14:creationId xmlns:p14="http://schemas.microsoft.com/office/powerpoint/2010/main" val="1275249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1F9B3A8-A381-4AE8-A250-EFBB49A40728}" type="slidenum">
              <a:rPr lang="en-IN" smtClean="0"/>
              <a:t>1</a:t>
            </a:fld>
            <a:endParaRPr lang="en-IN"/>
          </a:p>
        </p:txBody>
      </p:sp>
    </p:spTree>
    <p:extLst>
      <p:ext uri="{BB962C8B-B14F-4D97-AF65-F5344CB8AC3E}">
        <p14:creationId xmlns:p14="http://schemas.microsoft.com/office/powerpoint/2010/main" val="1087362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0" y="7183438"/>
            <a:ext cx="32918400" cy="15279687"/>
          </a:xfrm>
          <a:prstGeom prst="rect">
            <a:avLst/>
          </a:prstGeo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5486400" y="23053675"/>
            <a:ext cx="32918400" cy="10596563"/>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3037851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17838" y="2336800"/>
            <a:ext cx="37855525" cy="8483600"/>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3017838" y="11684000"/>
            <a:ext cx="37855525" cy="278479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857046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025" y="10942638"/>
            <a:ext cx="37857113" cy="182578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2994025" y="29371925"/>
            <a:ext cx="37857113" cy="9601200"/>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522568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17838" y="2336800"/>
            <a:ext cx="37855525" cy="84836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3017838" y="11684000"/>
            <a:ext cx="18851562" cy="278479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22021800" y="11684000"/>
            <a:ext cx="18851563" cy="278479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6078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2600" y="2336800"/>
            <a:ext cx="37857113" cy="8483600"/>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3022600" y="10760075"/>
            <a:ext cx="18568988" cy="527208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022600" y="16032163"/>
            <a:ext cx="18568988" cy="2358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22220238" y="10760075"/>
            <a:ext cx="18659475" cy="527208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20238" y="16032163"/>
            <a:ext cx="18659475" cy="2358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99312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017838" y="2336800"/>
            <a:ext cx="37855525" cy="8483600"/>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3745099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64353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2600" y="2925763"/>
            <a:ext cx="14157325" cy="10240962"/>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18659475" y="6319838"/>
            <a:ext cx="22220238" cy="31191200"/>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3022600" y="13166725"/>
            <a:ext cx="14157325" cy="24395113"/>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443887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2600" y="2925763"/>
            <a:ext cx="14157325" cy="10240962"/>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18659475" y="6319838"/>
            <a:ext cx="22220238" cy="311912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3022600" y="13166725"/>
            <a:ext cx="14157325" cy="24395113"/>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5917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017838" y="2336800"/>
            <a:ext cx="37855525" cy="84836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3017838" y="11684000"/>
            <a:ext cx="37855525" cy="278479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562325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10275" y="2336800"/>
            <a:ext cx="9463088" cy="371951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3017838" y="2336800"/>
            <a:ext cx="28240037" cy="371951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585112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1031" name="Rectangle 7">
            <a:extLst>
              <a:ext uri="{FF2B5EF4-FFF2-40B4-BE49-F238E27FC236}">
                <a16:creationId xmlns:a16="http://schemas.microsoft.com/office/drawing/2014/main" id="{746E8D3D-6DEF-C957-655D-7B4C22F2BD2E}"/>
              </a:ext>
            </a:extLst>
          </p:cNvPr>
          <p:cNvSpPr>
            <a:spLocks noChangeArrowheads="1"/>
          </p:cNvSpPr>
          <p:nvPr userDrawn="1"/>
        </p:nvSpPr>
        <p:spPr bwMode="auto">
          <a:xfrm>
            <a:off x="0" y="5940425"/>
            <a:ext cx="9140825" cy="37934900"/>
          </a:xfrm>
          <a:prstGeom prst="rect">
            <a:avLst/>
          </a:prstGeom>
          <a:solidFill>
            <a:srgbClr val="003366"/>
          </a:solidFill>
          <a:ln>
            <a:noFill/>
          </a:ln>
          <a:effectLst/>
        </p:spPr>
        <p:txBody>
          <a:bodyPr wrap="none" lIns="457200" tIns="228600" rIns="457200" bIns="457200"/>
          <a:lstStyle>
            <a:lvl1pPr defTabSz="4389438">
              <a:defRPr>
                <a:solidFill>
                  <a:schemeClr val="tx1"/>
                </a:solidFill>
                <a:latin typeface="Arial" panose="020B0604020202020204" pitchFamily="34" charset="0"/>
              </a:defRPr>
            </a:lvl1pPr>
            <a:lvl2pPr defTabSz="4389438">
              <a:defRPr>
                <a:solidFill>
                  <a:schemeClr val="tx1"/>
                </a:solidFill>
                <a:latin typeface="Arial" panose="020B0604020202020204" pitchFamily="34" charset="0"/>
              </a:defRPr>
            </a:lvl2pPr>
            <a:lvl3pPr defTabSz="4389438">
              <a:defRPr>
                <a:solidFill>
                  <a:schemeClr val="tx1"/>
                </a:solidFill>
                <a:latin typeface="Arial" panose="020B0604020202020204" pitchFamily="34" charset="0"/>
              </a:defRPr>
            </a:lvl3pPr>
            <a:lvl4pPr defTabSz="4389438">
              <a:defRPr>
                <a:solidFill>
                  <a:schemeClr val="tx1"/>
                </a:solidFill>
                <a:latin typeface="Arial" panose="020B0604020202020204" pitchFamily="34" charset="0"/>
              </a:defRPr>
            </a:lvl4pPr>
            <a:lvl5pPr defTabSz="4389438">
              <a:defRPr>
                <a:solidFill>
                  <a:schemeClr val="tx1"/>
                </a:solidFill>
                <a:latin typeface="Arial" panose="020B0604020202020204" pitchFamily="34" charset="0"/>
              </a:defRPr>
            </a:lvl5pPr>
            <a:lvl6pPr defTabSz="4389438" fontAlgn="base">
              <a:spcBef>
                <a:spcPct val="0"/>
              </a:spcBef>
              <a:spcAft>
                <a:spcPct val="0"/>
              </a:spcAft>
              <a:defRPr>
                <a:solidFill>
                  <a:schemeClr val="tx1"/>
                </a:solidFill>
                <a:latin typeface="Arial" panose="020B0604020202020204" pitchFamily="34" charset="0"/>
              </a:defRPr>
            </a:lvl6pPr>
            <a:lvl7pPr defTabSz="4389438" fontAlgn="base">
              <a:spcBef>
                <a:spcPct val="0"/>
              </a:spcBef>
              <a:spcAft>
                <a:spcPct val="0"/>
              </a:spcAft>
              <a:defRPr>
                <a:solidFill>
                  <a:schemeClr val="tx1"/>
                </a:solidFill>
                <a:latin typeface="Arial" panose="020B0604020202020204" pitchFamily="34" charset="0"/>
              </a:defRPr>
            </a:lvl7pPr>
            <a:lvl8pPr defTabSz="4389438" fontAlgn="base">
              <a:spcBef>
                <a:spcPct val="0"/>
              </a:spcBef>
              <a:spcAft>
                <a:spcPct val="0"/>
              </a:spcAft>
              <a:defRPr>
                <a:solidFill>
                  <a:schemeClr val="tx1"/>
                </a:solidFill>
                <a:latin typeface="Arial" panose="020B0604020202020204" pitchFamily="34" charset="0"/>
              </a:defRPr>
            </a:lvl8pPr>
            <a:lvl9pPr defTabSz="4389438" fontAlgn="base">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z="4800">
              <a:latin typeface="Impact" panose="020B0806030902050204" pitchFamily="34" charset="0"/>
            </a:endParaRPr>
          </a:p>
        </p:txBody>
      </p:sp>
      <p:sp>
        <p:nvSpPr>
          <p:cNvPr id="1027" name="Rectangle 8">
            <a:extLst>
              <a:ext uri="{FF2B5EF4-FFF2-40B4-BE49-F238E27FC236}">
                <a16:creationId xmlns:a16="http://schemas.microsoft.com/office/drawing/2014/main" id="{494CD157-3053-AF16-55FF-F12ABC77C38C}"/>
              </a:ext>
            </a:extLst>
          </p:cNvPr>
          <p:cNvSpPr>
            <a:spLocks noChangeArrowheads="1"/>
          </p:cNvSpPr>
          <p:nvPr userDrawn="1"/>
        </p:nvSpPr>
        <p:spPr bwMode="auto">
          <a:xfrm>
            <a:off x="9140825" y="0"/>
            <a:ext cx="34736088" cy="5942013"/>
          </a:xfrm>
          <a:prstGeom prst="rect">
            <a:avLst/>
          </a:prstGeom>
          <a:solidFill>
            <a:srgbClr val="003366"/>
          </a:solidFill>
          <a:ln>
            <a:noFill/>
          </a:ln>
          <a:effectLst/>
        </p:spPr>
        <p:txBody>
          <a:bodyPr wrap="none" lIns="457200" tIns="457200" rIns="457200" bIns="457200"/>
          <a:lstStyle>
            <a:lvl1pPr>
              <a:defRPr sz="3600">
                <a:solidFill>
                  <a:schemeClr val="tx1"/>
                </a:solidFill>
                <a:latin typeface="Arial" panose="020B0604020202020204" pitchFamily="34" charset="0"/>
              </a:defRPr>
            </a:lvl1pPr>
            <a:lvl2pPr marL="742950" indent="-285750">
              <a:defRPr sz="3600">
                <a:solidFill>
                  <a:schemeClr val="tx1"/>
                </a:solidFill>
                <a:latin typeface="Arial" panose="020B0604020202020204" pitchFamily="34" charset="0"/>
              </a:defRPr>
            </a:lvl2pPr>
            <a:lvl3pPr marL="1143000" indent="-228600">
              <a:defRPr sz="3600">
                <a:solidFill>
                  <a:schemeClr val="tx1"/>
                </a:solidFill>
                <a:latin typeface="Arial" panose="020B0604020202020204" pitchFamily="34" charset="0"/>
              </a:defRPr>
            </a:lvl3pPr>
            <a:lvl4pPr marL="1600200" indent="-228600">
              <a:defRPr sz="3600">
                <a:solidFill>
                  <a:schemeClr val="tx1"/>
                </a:solidFill>
                <a:latin typeface="Arial" panose="020B0604020202020204" pitchFamily="34" charset="0"/>
              </a:defRPr>
            </a:lvl4pPr>
            <a:lvl5pPr marL="2057400" indent="-228600">
              <a:defRPr sz="3600">
                <a:solidFill>
                  <a:schemeClr val="tx1"/>
                </a:solidFill>
                <a:latin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defRPr>
            </a:lvl9pPr>
          </a:lstStyle>
          <a:p>
            <a:pPr eaLnBrk="1" hangingPunct="1">
              <a:defRPr/>
            </a:pPr>
            <a:endParaRPr lang="en-IN" altLang="en-US"/>
          </a:p>
        </p:txBody>
      </p:sp>
      <p:sp>
        <p:nvSpPr>
          <p:cNvPr id="1028" name="Rectangle 9">
            <a:extLst>
              <a:ext uri="{FF2B5EF4-FFF2-40B4-BE49-F238E27FC236}">
                <a16:creationId xmlns:a16="http://schemas.microsoft.com/office/drawing/2014/main" id="{C6E62E93-4A74-6F85-9E02-751D70AE4984}"/>
              </a:ext>
            </a:extLst>
          </p:cNvPr>
          <p:cNvSpPr>
            <a:spLocks noChangeArrowheads="1"/>
          </p:cNvSpPr>
          <p:nvPr userDrawn="1"/>
        </p:nvSpPr>
        <p:spPr bwMode="auto">
          <a:xfrm>
            <a:off x="9140825" y="5940425"/>
            <a:ext cx="34736088" cy="37934900"/>
          </a:xfrm>
          <a:prstGeom prst="rect">
            <a:avLst/>
          </a:prstGeom>
          <a:solidFill>
            <a:srgbClr val="336699"/>
          </a:solidFill>
          <a:ln>
            <a:noFill/>
          </a:ln>
          <a:effectLst/>
        </p:spPr>
        <p:txBody>
          <a:bodyPr wrap="none" lIns="457200" tIns="457200" rIns="457200" bIns="457200"/>
          <a:lstStyle>
            <a:lvl1pPr>
              <a:defRPr sz="3600">
                <a:solidFill>
                  <a:schemeClr val="tx1"/>
                </a:solidFill>
                <a:latin typeface="Arial" panose="020B0604020202020204" pitchFamily="34" charset="0"/>
              </a:defRPr>
            </a:lvl1pPr>
            <a:lvl2pPr marL="742950" indent="-285750">
              <a:defRPr sz="3600">
                <a:solidFill>
                  <a:schemeClr val="tx1"/>
                </a:solidFill>
                <a:latin typeface="Arial" panose="020B0604020202020204" pitchFamily="34" charset="0"/>
              </a:defRPr>
            </a:lvl2pPr>
            <a:lvl3pPr marL="1143000" indent="-228600">
              <a:defRPr sz="3600">
                <a:solidFill>
                  <a:schemeClr val="tx1"/>
                </a:solidFill>
                <a:latin typeface="Arial" panose="020B0604020202020204" pitchFamily="34" charset="0"/>
              </a:defRPr>
            </a:lvl3pPr>
            <a:lvl4pPr marL="1600200" indent="-228600">
              <a:defRPr sz="3600">
                <a:solidFill>
                  <a:schemeClr val="tx1"/>
                </a:solidFill>
                <a:latin typeface="Arial" panose="020B0604020202020204" pitchFamily="34" charset="0"/>
              </a:defRPr>
            </a:lvl4pPr>
            <a:lvl5pPr marL="2057400" indent="-228600">
              <a:defRPr sz="3600">
                <a:solidFill>
                  <a:schemeClr val="tx1"/>
                </a:solidFill>
                <a:latin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defRPr>
            </a:lvl9pPr>
          </a:lstStyle>
          <a:p>
            <a:pPr eaLnBrk="1" hangingPunct="1">
              <a:defRPr/>
            </a:pPr>
            <a:endParaRPr lang="en-IN" altLang="en-US"/>
          </a:p>
        </p:txBody>
      </p:sp>
      <p:sp>
        <p:nvSpPr>
          <p:cNvPr id="1029" name="Line 11">
            <a:extLst>
              <a:ext uri="{FF2B5EF4-FFF2-40B4-BE49-F238E27FC236}">
                <a16:creationId xmlns:a16="http://schemas.microsoft.com/office/drawing/2014/main" id="{FA531C67-0926-4B68-2202-BF06A3649063}"/>
              </a:ext>
            </a:extLst>
          </p:cNvPr>
          <p:cNvSpPr>
            <a:spLocks noChangeShapeType="1"/>
          </p:cNvSpPr>
          <p:nvPr userDrawn="1"/>
        </p:nvSpPr>
        <p:spPr bwMode="auto">
          <a:xfrm>
            <a:off x="9144000" y="0"/>
            <a:ext cx="0" cy="4389120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30" name="Line 12">
            <a:extLst>
              <a:ext uri="{FF2B5EF4-FFF2-40B4-BE49-F238E27FC236}">
                <a16:creationId xmlns:a16="http://schemas.microsoft.com/office/drawing/2014/main" id="{3BD837EA-A1E2-9EC5-A3F4-56B38D0CA9A2}"/>
              </a:ext>
            </a:extLst>
          </p:cNvPr>
          <p:cNvSpPr>
            <a:spLocks noChangeShapeType="1"/>
          </p:cNvSpPr>
          <p:nvPr userDrawn="1"/>
        </p:nvSpPr>
        <p:spPr bwMode="auto">
          <a:xfrm>
            <a:off x="0" y="5940425"/>
            <a:ext cx="43876913"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2" name="Picture 15">
            <a:extLst>
              <a:ext uri="{FF2B5EF4-FFF2-40B4-BE49-F238E27FC236}">
                <a16:creationId xmlns:a16="http://schemas.microsoft.com/office/drawing/2014/main" id="{083DA1C2-0BC1-2D95-626F-905470B8CD74}"/>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819400" y="43367325"/>
            <a:ext cx="3502025"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9438" rtl="0" eaLnBrk="0" fontAlgn="base" hangingPunct="0">
        <a:spcBef>
          <a:spcPct val="0"/>
        </a:spcBef>
        <a:spcAft>
          <a:spcPct val="0"/>
        </a:spcAft>
        <a:defRPr sz="21100" kern="1200">
          <a:solidFill>
            <a:schemeClr val="tx2"/>
          </a:solidFill>
          <a:latin typeface="+mj-lt"/>
          <a:ea typeface="+mj-ea"/>
          <a:cs typeface="+mj-cs"/>
        </a:defRPr>
      </a:lvl1pPr>
      <a:lvl2pPr algn="ctr" defTabSz="4389438" rtl="0" eaLnBrk="0" fontAlgn="base" hangingPunct="0">
        <a:spcBef>
          <a:spcPct val="0"/>
        </a:spcBef>
        <a:spcAft>
          <a:spcPct val="0"/>
        </a:spcAft>
        <a:defRPr sz="21100">
          <a:solidFill>
            <a:schemeClr val="tx2"/>
          </a:solidFill>
          <a:latin typeface="Arial" panose="020B0604020202020204" pitchFamily="34" charset="0"/>
        </a:defRPr>
      </a:lvl2pPr>
      <a:lvl3pPr algn="ctr" defTabSz="4389438" rtl="0" eaLnBrk="0" fontAlgn="base" hangingPunct="0">
        <a:spcBef>
          <a:spcPct val="0"/>
        </a:spcBef>
        <a:spcAft>
          <a:spcPct val="0"/>
        </a:spcAft>
        <a:defRPr sz="21100">
          <a:solidFill>
            <a:schemeClr val="tx2"/>
          </a:solidFill>
          <a:latin typeface="Arial" panose="020B0604020202020204" pitchFamily="34" charset="0"/>
        </a:defRPr>
      </a:lvl3pPr>
      <a:lvl4pPr algn="ctr" defTabSz="4389438" rtl="0" eaLnBrk="0" fontAlgn="base" hangingPunct="0">
        <a:spcBef>
          <a:spcPct val="0"/>
        </a:spcBef>
        <a:spcAft>
          <a:spcPct val="0"/>
        </a:spcAft>
        <a:defRPr sz="21100">
          <a:solidFill>
            <a:schemeClr val="tx2"/>
          </a:solidFill>
          <a:latin typeface="Arial" panose="020B0604020202020204" pitchFamily="34" charset="0"/>
        </a:defRPr>
      </a:lvl4pPr>
      <a:lvl5pPr algn="ctr" defTabSz="4389438" rtl="0" eaLnBrk="0" fontAlgn="base" hangingPunct="0">
        <a:spcBef>
          <a:spcPct val="0"/>
        </a:spcBef>
        <a:spcAft>
          <a:spcPct val="0"/>
        </a:spcAft>
        <a:defRPr sz="21100">
          <a:solidFill>
            <a:schemeClr val="tx2"/>
          </a:solidFill>
          <a:latin typeface="Arial" panose="020B0604020202020204" pitchFamily="34" charset="0"/>
        </a:defRPr>
      </a:lvl5pPr>
      <a:lvl6pPr marL="457200" algn="ctr" defTabSz="4389438" rtl="0" fontAlgn="base">
        <a:spcBef>
          <a:spcPct val="0"/>
        </a:spcBef>
        <a:spcAft>
          <a:spcPct val="0"/>
        </a:spcAft>
        <a:defRPr sz="21100">
          <a:solidFill>
            <a:schemeClr val="tx2"/>
          </a:solidFill>
          <a:latin typeface="Arial" panose="020B0604020202020204" pitchFamily="34" charset="0"/>
        </a:defRPr>
      </a:lvl6pPr>
      <a:lvl7pPr marL="914400" algn="ctr" defTabSz="4389438" rtl="0" fontAlgn="base">
        <a:spcBef>
          <a:spcPct val="0"/>
        </a:spcBef>
        <a:spcAft>
          <a:spcPct val="0"/>
        </a:spcAft>
        <a:defRPr sz="21100">
          <a:solidFill>
            <a:schemeClr val="tx2"/>
          </a:solidFill>
          <a:latin typeface="Arial" panose="020B0604020202020204" pitchFamily="34" charset="0"/>
        </a:defRPr>
      </a:lvl7pPr>
      <a:lvl8pPr marL="1371600" algn="ctr" defTabSz="4389438" rtl="0" fontAlgn="base">
        <a:spcBef>
          <a:spcPct val="0"/>
        </a:spcBef>
        <a:spcAft>
          <a:spcPct val="0"/>
        </a:spcAft>
        <a:defRPr sz="21100">
          <a:solidFill>
            <a:schemeClr val="tx2"/>
          </a:solidFill>
          <a:latin typeface="Arial" panose="020B0604020202020204" pitchFamily="34" charset="0"/>
        </a:defRPr>
      </a:lvl8pPr>
      <a:lvl9pPr marL="1828800" algn="ctr" defTabSz="4389438" rtl="0" fontAlgn="base">
        <a:spcBef>
          <a:spcPct val="0"/>
        </a:spcBef>
        <a:spcAft>
          <a:spcPct val="0"/>
        </a:spcAft>
        <a:defRPr sz="21100">
          <a:solidFill>
            <a:schemeClr val="tx2"/>
          </a:solidFill>
          <a:latin typeface="Arial" panose="020B0604020202020204" pitchFamily="34" charset="0"/>
        </a:defRPr>
      </a:lvl9pPr>
    </p:titleStyle>
    <p:bodyStyle>
      <a:lvl1pPr marL="1646238" indent="-1646238" algn="l" defTabSz="4389438" rtl="0" eaLnBrk="0" fontAlgn="base" hangingPunct="0">
        <a:spcBef>
          <a:spcPct val="20000"/>
        </a:spcBef>
        <a:spcAft>
          <a:spcPct val="0"/>
        </a:spcAft>
        <a:buChar char="•"/>
        <a:defRPr sz="15400" kern="1200">
          <a:solidFill>
            <a:schemeClr val="tx1"/>
          </a:solidFill>
          <a:latin typeface="+mn-lt"/>
          <a:ea typeface="+mn-ea"/>
          <a:cs typeface="+mn-cs"/>
        </a:defRPr>
      </a:lvl1pPr>
      <a:lvl2pPr marL="3565525" indent="-1371600" algn="l" defTabSz="4389438" rtl="0" eaLnBrk="0" fontAlgn="base" hangingPunct="0">
        <a:spcBef>
          <a:spcPct val="20000"/>
        </a:spcBef>
        <a:spcAft>
          <a:spcPct val="0"/>
        </a:spcAft>
        <a:buChar char="–"/>
        <a:defRPr sz="13400" kern="1200">
          <a:solidFill>
            <a:schemeClr val="tx1"/>
          </a:solidFill>
          <a:latin typeface="+mn-lt"/>
          <a:ea typeface="+mn-ea"/>
          <a:cs typeface="+mn-cs"/>
        </a:defRPr>
      </a:lvl2pPr>
      <a:lvl3pPr marL="5486400" indent="-1096963" algn="l" defTabSz="4389438" rtl="0" eaLnBrk="0" fontAlgn="base" hangingPunct="0">
        <a:spcBef>
          <a:spcPct val="20000"/>
        </a:spcBef>
        <a:spcAft>
          <a:spcPct val="0"/>
        </a:spcAft>
        <a:buChar char="•"/>
        <a:defRPr sz="11500" kern="1200">
          <a:solidFill>
            <a:schemeClr val="tx1"/>
          </a:solidFill>
          <a:latin typeface="+mn-lt"/>
          <a:ea typeface="+mn-ea"/>
          <a:cs typeface="+mn-cs"/>
        </a:defRPr>
      </a:lvl3pPr>
      <a:lvl4pPr marL="7680325" indent="-1096963" algn="l" defTabSz="4389438" rtl="0" eaLnBrk="0" fontAlgn="base" hangingPunct="0">
        <a:spcBef>
          <a:spcPct val="20000"/>
        </a:spcBef>
        <a:spcAft>
          <a:spcPct val="0"/>
        </a:spcAft>
        <a:buChar char="–"/>
        <a:defRPr sz="9600" kern="1200">
          <a:solidFill>
            <a:schemeClr val="tx1"/>
          </a:solidFill>
          <a:latin typeface="+mn-lt"/>
          <a:ea typeface="+mn-ea"/>
          <a:cs typeface="+mn-cs"/>
        </a:defRPr>
      </a:lvl4pPr>
      <a:lvl5pPr marL="9875838" indent="-1096963" algn="l" defTabSz="4389438" rtl="0" eaLnBrk="0" fontAlgn="base" hangingPunct="0">
        <a:spcBef>
          <a:spcPct val="20000"/>
        </a:spcBef>
        <a:spcAft>
          <a:spcPct val="0"/>
        </a:spcAft>
        <a:buChar char="»"/>
        <a:defRPr sz="9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 /><Relationship Id="rId3" Type="http://schemas.openxmlformats.org/officeDocument/2006/relationships/image" Target="../media/image2.png" /><Relationship Id="rId7" Type="http://schemas.openxmlformats.org/officeDocument/2006/relationships/image" Target="../media/image6.jpeg" /><Relationship Id="rId2" Type="http://schemas.openxmlformats.org/officeDocument/2006/relationships/notesSlide" Target="../notesSlides/notesSlide1.xml" /><Relationship Id="rId1" Type="http://schemas.openxmlformats.org/officeDocument/2006/relationships/slideLayout" Target="../slideLayouts/slideLayout1.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jpeg" /><Relationship Id="rId9" Type="http://schemas.openxmlformats.org/officeDocument/2006/relationships/image" Target="../media/image8.jpe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186">
            <a:extLst>
              <a:ext uri="{FF2B5EF4-FFF2-40B4-BE49-F238E27FC236}">
                <a16:creationId xmlns:a16="http://schemas.microsoft.com/office/drawing/2014/main" id="{BA3D56EF-33A8-8BAF-6E9B-B39957EC691D}"/>
              </a:ext>
            </a:extLst>
          </p:cNvPr>
          <p:cNvSpPr txBox="1">
            <a:spLocks noChangeArrowheads="1"/>
          </p:cNvSpPr>
          <p:nvPr/>
        </p:nvSpPr>
        <p:spPr bwMode="auto">
          <a:xfrm>
            <a:off x="9140825" y="0"/>
            <a:ext cx="34736088" cy="3048000"/>
          </a:xfrm>
          <a:prstGeom prst="rect">
            <a:avLst/>
          </a:prstGeom>
          <a:solidFill>
            <a:srgbClr val="FFC000"/>
          </a:solidFill>
          <a:ln>
            <a:noFill/>
          </a:ln>
          <a:effectLst/>
        </p:spPr>
        <p:txBody>
          <a:bodyPr lIns="457200" tIns="914400" rIns="457200" bIns="457200" anchor="ctr" anchorCtr="1"/>
          <a:lstStyle>
            <a:lvl1pPr defTabSz="4389438">
              <a:defRPr sz="3600">
                <a:solidFill>
                  <a:schemeClr val="tx1"/>
                </a:solidFill>
                <a:latin typeface="Arial" panose="020B0604020202020204" pitchFamily="34" charset="0"/>
              </a:defRPr>
            </a:lvl1pPr>
            <a:lvl2pPr marL="742950" indent="-285750" defTabSz="4389438">
              <a:defRPr sz="3600">
                <a:solidFill>
                  <a:schemeClr val="tx1"/>
                </a:solidFill>
                <a:latin typeface="Arial" panose="020B0604020202020204" pitchFamily="34" charset="0"/>
              </a:defRPr>
            </a:lvl2pPr>
            <a:lvl3pPr marL="1143000" indent="-228600" defTabSz="4389438">
              <a:defRPr sz="3600">
                <a:solidFill>
                  <a:schemeClr val="tx1"/>
                </a:solidFill>
                <a:latin typeface="Arial" panose="020B0604020202020204" pitchFamily="34" charset="0"/>
              </a:defRPr>
            </a:lvl3pPr>
            <a:lvl4pPr marL="1600200" indent="-228600" defTabSz="4389438">
              <a:defRPr sz="3600">
                <a:solidFill>
                  <a:schemeClr val="tx1"/>
                </a:solidFill>
                <a:latin typeface="Arial" panose="020B0604020202020204" pitchFamily="34" charset="0"/>
              </a:defRPr>
            </a:lvl4pPr>
            <a:lvl5pPr marL="2057400" indent="-228600" defTabSz="4389438">
              <a:defRPr sz="3600">
                <a:solidFill>
                  <a:schemeClr val="tx1"/>
                </a:solidFill>
                <a:latin typeface="Arial" panose="020B0604020202020204" pitchFamily="34" charset="0"/>
              </a:defRPr>
            </a:lvl5pPr>
            <a:lvl6pPr marL="2514600" indent="-228600" defTabSz="4389438" eaLnBrk="0" fontAlgn="base" hangingPunct="0">
              <a:spcBef>
                <a:spcPct val="0"/>
              </a:spcBef>
              <a:spcAft>
                <a:spcPct val="0"/>
              </a:spcAft>
              <a:defRPr sz="3600">
                <a:solidFill>
                  <a:schemeClr val="tx1"/>
                </a:solidFill>
                <a:latin typeface="Arial" panose="020B0604020202020204" pitchFamily="34" charset="0"/>
              </a:defRPr>
            </a:lvl6pPr>
            <a:lvl7pPr marL="2971800" indent="-228600" defTabSz="4389438" eaLnBrk="0" fontAlgn="base" hangingPunct="0">
              <a:spcBef>
                <a:spcPct val="0"/>
              </a:spcBef>
              <a:spcAft>
                <a:spcPct val="0"/>
              </a:spcAft>
              <a:defRPr sz="3600">
                <a:solidFill>
                  <a:schemeClr val="tx1"/>
                </a:solidFill>
                <a:latin typeface="Arial" panose="020B0604020202020204" pitchFamily="34" charset="0"/>
              </a:defRPr>
            </a:lvl7pPr>
            <a:lvl8pPr marL="3429000" indent="-228600" defTabSz="4389438" eaLnBrk="0" fontAlgn="base" hangingPunct="0">
              <a:spcBef>
                <a:spcPct val="0"/>
              </a:spcBef>
              <a:spcAft>
                <a:spcPct val="0"/>
              </a:spcAft>
              <a:defRPr sz="3600">
                <a:solidFill>
                  <a:schemeClr val="tx1"/>
                </a:solidFill>
                <a:latin typeface="Arial" panose="020B0604020202020204" pitchFamily="34" charset="0"/>
              </a:defRPr>
            </a:lvl8pPr>
            <a:lvl9pPr marL="3886200" indent="-228600" defTabSz="4389438" eaLnBrk="0" fontAlgn="base" hangingPunct="0">
              <a:spcBef>
                <a:spcPct val="0"/>
              </a:spcBef>
              <a:spcAft>
                <a:spcPct val="0"/>
              </a:spcAft>
              <a:defRPr sz="3600">
                <a:solidFill>
                  <a:schemeClr val="tx1"/>
                </a:solidFill>
                <a:latin typeface="Arial" panose="020B0604020202020204" pitchFamily="34" charset="0"/>
              </a:defRPr>
            </a:lvl9pPr>
          </a:lstStyle>
          <a:p>
            <a:pPr algn="ctr" eaLnBrk="1" hangingPunct="1"/>
            <a:r>
              <a:rPr lang="en-US" sz="8800" b="1">
                <a:solidFill>
                  <a:schemeClr val="bg1"/>
                </a:solidFill>
                <a:latin typeface="Algerian" panose="04020705040A02060702" pitchFamily="82" charset="0"/>
                <a:ea typeface="Cascadia Code SemiBold" panose="020B0609020000020004" pitchFamily="49" charset="0"/>
                <a:cs typeface="Cascadia Code SemiBold" panose="020B0609020000020004" pitchFamily="49" charset="0"/>
              </a:rPr>
              <a:t>PAPER CURRENCY RECOGNITION FOR BLIND PEOPLE</a:t>
            </a:r>
          </a:p>
        </p:txBody>
      </p:sp>
      <p:sp>
        <p:nvSpPr>
          <p:cNvPr id="2051" name="Text Box 187">
            <a:extLst>
              <a:ext uri="{FF2B5EF4-FFF2-40B4-BE49-F238E27FC236}">
                <a16:creationId xmlns:a16="http://schemas.microsoft.com/office/drawing/2014/main" id="{3F466F0A-2906-B339-7EF0-F472923808B7}"/>
              </a:ext>
            </a:extLst>
          </p:cNvPr>
          <p:cNvSpPr txBox="1">
            <a:spLocks noChangeArrowheads="1"/>
          </p:cNvSpPr>
          <p:nvPr/>
        </p:nvSpPr>
        <p:spPr bwMode="auto">
          <a:xfrm>
            <a:off x="9140825" y="3200400"/>
            <a:ext cx="34736088" cy="235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0" tIns="457200" rIns="457200" bIns="457200" anchor="ctr" anchorCtr="1"/>
          <a:lstStyle>
            <a:lvl1pPr defTabSz="4389438">
              <a:defRPr sz="3600">
                <a:solidFill>
                  <a:schemeClr val="tx1"/>
                </a:solidFill>
                <a:latin typeface="Arial" panose="020B0604020202020204" pitchFamily="34" charset="0"/>
              </a:defRPr>
            </a:lvl1pPr>
            <a:lvl2pPr marL="742950" indent="-285750" defTabSz="4389438">
              <a:defRPr sz="3600">
                <a:solidFill>
                  <a:schemeClr val="tx1"/>
                </a:solidFill>
                <a:latin typeface="Arial" panose="020B0604020202020204" pitchFamily="34" charset="0"/>
              </a:defRPr>
            </a:lvl2pPr>
            <a:lvl3pPr marL="1143000" indent="-228600" defTabSz="4389438">
              <a:defRPr sz="3600">
                <a:solidFill>
                  <a:schemeClr val="tx1"/>
                </a:solidFill>
                <a:latin typeface="Arial" panose="020B0604020202020204" pitchFamily="34" charset="0"/>
              </a:defRPr>
            </a:lvl3pPr>
            <a:lvl4pPr marL="1600200" indent="-228600" defTabSz="4389438">
              <a:defRPr sz="3600">
                <a:solidFill>
                  <a:schemeClr val="tx1"/>
                </a:solidFill>
                <a:latin typeface="Arial" panose="020B0604020202020204" pitchFamily="34" charset="0"/>
              </a:defRPr>
            </a:lvl4pPr>
            <a:lvl5pPr marL="2057400" indent="-228600" defTabSz="4389438">
              <a:defRPr sz="3600">
                <a:solidFill>
                  <a:schemeClr val="tx1"/>
                </a:solidFill>
                <a:latin typeface="Arial" panose="020B0604020202020204" pitchFamily="34" charset="0"/>
              </a:defRPr>
            </a:lvl5pPr>
            <a:lvl6pPr marL="2514600" indent="-228600" defTabSz="4389438" eaLnBrk="0" fontAlgn="base" hangingPunct="0">
              <a:spcBef>
                <a:spcPct val="0"/>
              </a:spcBef>
              <a:spcAft>
                <a:spcPct val="0"/>
              </a:spcAft>
              <a:defRPr sz="3600">
                <a:solidFill>
                  <a:schemeClr val="tx1"/>
                </a:solidFill>
                <a:latin typeface="Arial" panose="020B0604020202020204" pitchFamily="34" charset="0"/>
              </a:defRPr>
            </a:lvl6pPr>
            <a:lvl7pPr marL="2971800" indent="-228600" defTabSz="4389438" eaLnBrk="0" fontAlgn="base" hangingPunct="0">
              <a:spcBef>
                <a:spcPct val="0"/>
              </a:spcBef>
              <a:spcAft>
                <a:spcPct val="0"/>
              </a:spcAft>
              <a:defRPr sz="3600">
                <a:solidFill>
                  <a:schemeClr val="tx1"/>
                </a:solidFill>
                <a:latin typeface="Arial" panose="020B0604020202020204" pitchFamily="34" charset="0"/>
              </a:defRPr>
            </a:lvl7pPr>
            <a:lvl8pPr marL="3429000" indent="-228600" defTabSz="4389438" eaLnBrk="0" fontAlgn="base" hangingPunct="0">
              <a:spcBef>
                <a:spcPct val="0"/>
              </a:spcBef>
              <a:spcAft>
                <a:spcPct val="0"/>
              </a:spcAft>
              <a:defRPr sz="3600">
                <a:solidFill>
                  <a:schemeClr val="tx1"/>
                </a:solidFill>
                <a:latin typeface="Arial" panose="020B0604020202020204" pitchFamily="34" charset="0"/>
              </a:defRPr>
            </a:lvl8pPr>
            <a:lvl9pPr marL="3886200" indent="-228600" defTabSz="4389438" eaLnBrk="0" fontAlgn="base" hangingPunct="0">
              <a:spcBef>
                <a:spcPct val="0"/>
              </a:spcBef>
              <a:spcAft>
                <a:spcPct val="0"/>
              </a:spcAft>
              <a:defRPr sz="3600">
                <a:solidFill>
                  <a:schemeClr val="tx1"/>
                </a:solidFill>
                <a:latin typeface="Arial" panose="020B0604020202020204" pitchFamily="34" charset="0"/>
              </a:defRPr>
            </a:lvl9pPr>
          </a:lstStyle>
          <a:p>
            <a:pPr marL="0" lvl="0" indent="0" algn="ctr" rtl="0">
              <a:lnSpc>
                <a:spcPct val="115000"/>
              </a:lnSpc>
              <a:spcBef>
                <a:spcPts val="0"/>
              </a:spcBef>
              <a:spcAft>
                <a:spcPts val="0"/>
              </a:spcAft>
              <a:buNone/>
            </a:pPr>
            <a:r>
              <a:rPr lang="en-IN" sz="5400">
                <a:solidFill>
                  <a:schemeClr val="lt1"/>
                </a:solidFill>
                <a:latin typeface="Calibri" panose="020F0502020204030204" pitchFamily="34" charset="0"/>
                <a:ea typeface="Calibri" panose="020F0502020204030204" pitchFamily="34" charset="0"/>
                <a:cs typeface="Calibri" panose="020F0502020204030204" pitchFamily="34" charset="0"/>
                <a:sym typeface="Droid Serif"/>
              </a:rPr>
              <a:t>TEAM MEMBERS: </a:t>
            </a:r>
            <a:r>
              <a:rPr lang="en-IN" sz="5400" err="1">
                <a:solidFill>
                  <a:schemeClr val="lt1"/>
                </a:solidFill>
                <a:latin typeface="Calibri" panose="020F0502020204030204" pitchFamily="34" charset="0"/>
                <a:ea typeface="Calibri" panose="020F0502020204030204" pitchFamily="34" charset="0"/>
                <a:cs typeface="Calibri" panose="020F0502020204030204" pitchFamily="34" charset="0"/>
                <a:sym typeface="Droid Serif"/>
              </a:rPr>
              <a:t>Dhivya</a:t>
            </a:r>
            <a:r>
              <a:rPr lang="en-IN" sz="5400">
                <a:solidFill>
                  <a:schemeClr val="lt1"/>
                </a:solidFill>
                <a:latin typeface="Calibri" panose="020F0502020204030204" pitchFamily="34" charset="0"/>
                <a:ea typeface="Calibri" panose="020F0502020204030204" pitchFamily="34" charset="0"/>
                <a:cs typeface="Calibri" panose="020F0502020204030204" pitchFamily="34" charset="0"/>
                <a:sym typeface="Droid Serif"/>
              </a:rPr>
              <a:t> R – 20BIT010, Doretta Marin A – 20BIT012, Yogasri Y – 20BIT063</a:t>
            </a:r>
            <a:r>
              <a:rPr lang="en-IN" sz="5400" u="sng">
                <a:solidFill>
                  <a:schemeClr val="lt1"/>
                </a:solidFill>
                <a:latin typeface="Calibri" panose="020F0502020204030204" pitchFamily="34" charset="0"/>
                <a:ea typeface="Calibri" panose="020F0502020204030204" pitchFamily="34" charset="0"/>
                <a:cs typeface="Calibri" panose="020F0502020204030204" pitchFamily="34" charset="0"/>
                <a:sym typeface="Droid Serif"/>
              </a:rPr>
              <a:t> </a:t>
            </a:r>
          </a:p>
          <a:p>
            <a:pPr marL="0" lvl="0" indent="0" algn="ctr" rtl="0">
              <a:lnSpc>
                <a:spcPct val="115000"/>
              </a:lnSpc>
              <a:spcBef>
                <a:spcPts val="0"/>
              </a:spcBef>
              <a:spcAft>
                <a:spcPts val="0"/>
              </a:spcAft>
              <a:buNone/>
            </a:pPr>
            <a:r>
              <a:rPr lang="en-IN" sz="5400">
                <a:solidFill>
                  <a:srgbClr val="FFFFFF"/>
                </a:solidFill>
                <a:latin typeface="Calibri" panose="020F0502020204030204" pitchFamily="34" charset="0"/>
                <a:ea typeface="Calibri" panose="020F0502020204030204" pitchFamily="34" charset="0"/>
                <a:cs typeface="Calibri" panose="020F0502020204030204" pitchFamily="34" charset="0"/>
                <a:sym typeface="Droid Serif"/>
              </a:rPr>
              <a:t>                    GUIDE NAME : Ms. </a:t>
            </a:r>
            <a:r>
              <a:rPr lang="en-IN" sz="5400" err="1">
                <a:solidFill>
                  <a:srgbClr val="FFFFFF"/>
                </a:solidFill>
                <a:latin typeface="Calibri" panose="020F0502020204030204" pitchFamily="34" charset="0"/>
                <a:ea typeface="Calibri" panose="020F0502020204030204" pitchFamily="34" charset="0"/>
                <a:cs typeface="Calibri" panose="020F0502020204030204" pitchFamily="34" charset="0"/>
                <a:sym typeface="Droid Serif"/>
              </a:rPr>
              <a:t>Sathyavathi</a:t>
            </a:r>
            <a:r>
              <a:rPr lang="en-IN" sz="5400">
                <a:solidFill>
                  <a:srgbClr val="FFFFFF"/>
                </a:solidFill>
                <a:latin typeface="Calibri" panose="020F0502020204030204" pitchFamily="34" charset="0"/>
                <a:ea typeface="Calibri" panose="020F0502020204030204" pitchFamily="34" charset="0"/>
                <a:cs typeface="Calibri" panose="020F0502020204030204" pitchFamily="34" charset="0"/>
                <a:sym typeface="Droid Serif"/>
              </a:rPr>
              <a:t> S - Assistant Professor(SRG)</a:t>
            </a:r>
          </a:p>
        </p:txBody>
      </p:sp>
      <p:sp>
        <p:nvSpPr>
          <p:cNvPr id="2052" name="Text Box 194">
            <a:extLst>
              <a:ext uri="{FF2B5EF4-FFF2-40B4-BE49-F238E27FC236}">
                <a16:creationId xmlns:a16="http://schemas.microsoft.com/office/drawing/2014/main" id="{E5E160D9-4350-1617-EA05-B316D88B0922}"/>
              </a:ext>
            </a:extLst>
          </p:cNvPr>
          <p:cNvSpPr txBox="1">
            <a:spLocks noChangeArrowheads="1"/>
          </p:cNvSpPr>
          <p:nvPr/>
        </p:nvSpPr>
        <p:spPr bwMode="auto">
          <a:xfrm>
            <a:off x="10058400" y="6102350"/>
            <a:ext cx="10055225" cy="1371600"/>
          </a:xfrm>
          <a:prstGeom prst="rect">
            <a:avLst/>
          </a:prstGeom>
          <a:solidFill>
            <a:srgbClr val="FFC000"/>
          </a:solidFill>
          <a:ln>
            <a:noFill/>
          </a:ln>
          <a:effectLst/>
        </p:spPr>
        <p:txBody>
          <a:bodyPr wrap="none" lIns="228600" tIns="228600" rIns="228600" bIns="228600" anchor="ctr" anchorCtr="1"/>
          <a:lstStyle>
            <a:lvl1pPr defTabSz="4389438">
              <a:defRPr sz="3600">
                <a:solidFill>
                  <a:schemeClr val="tx1"/>
                </a:solidFill>
                <a:latin typeface="Arial" panose="020B0604020202020204" pitchFamily="34" charset="0"/>
              </a:defRPr>
            </a:lvl1pPr>
            <a:lvl2pPr marL="742950" indent="-285750" defTabSz="4389438">
              <a:defRPr sz="3600">
                <a:solidFill>
                  <a:schemeClr val="tx1"/>
                </a:solidFill>
                <a:latin typeface="Arial" panose="020B0604020202020204" pitchFamily="34" charset="0"/>
              </a:defRPr>
            </a:lvl2pPr>
            <a:lvl3pPr marL="1143000" indent="-228600" defTabSz="4389438">
              <a:defRPr sz="3600">
                <a:solidFill>
                  <a:schemeClr val="tx1"/>
                </a:solidFill>
                <a:latin typeface="Arial" panose="020B0604020202020204" pitchFamily="34" charset="0"/>
              </a:defRPr>
            </a:lvl3pPr>
            <a:lvl4pPr marL="1600200" indent="-228600" defTabSz="4389438">
              <a:defRPr sz="3600">
                <a:solidFill>
                  <a:schemeClr val="tx1"/>
                </a:solidFill>
                <a:latin typeface="Arial" panose="020B0604020202020204" pitchFamily="34" charset="0"/>
              </a:defRPr>
            </a:lvl4pPr>
            <a:lvl5pPr marL="2057400" indent="-228600" defTabSz="4389438">
              <a:defRPr sz="3600">
                <a:solidFill>
                  <a:schemeClr val="tx1"/>
                </a:solidFill>
                <a:latin typeface="Arial" panose="020B0604020202020204" pitchFamily="34" charset="0"/>
              </a:defRPr>
            </a:lvl5pPr>
            <a:lvl6pPr marL="2514600" indent="-228600" defTabSz="4389438" eaLnBrk="0" fontAlgn="base" hangingPunct="0">
              <a:spcBef>
                <a:spcPct val="0"/>
              </a:spcBef>
              <a:spcAft>
                <a:spcPct val="0"/>
              </a:spcAft>
              <a:defRPr sz="3600">
                <a:solidFill>
                  <a:schemeClr val="tx1"/>
                </a:solidFill>
                <a:latin typeface="Arial" panose="020B0604020202020204" pitchFamily="34" charset="0"/>
              </a:defRPr>
            </a:lvl6pPr>
            <a:lvl7pPr marL="2971800" indent="-228600" defTabSz="4389438" eaLnBrk="0" fontAlgn="base" hangingPunct="0">
              <a:spcBef>
                <a:spcPct val="0"/>
              </a:spcBef>
              <a:spcAft>
                <a:spcPct val="0"/>
              </a:spcAft>
              <a:defRPr sz="3600">
                <a:solidFill>
                  <a:schemeClr val="tx1"/>
                </a:solidFill>
                <a:latin typeface="Arial" panose="020B0604020202020204" pitchFamily="34" charset="0"/>
              </a:defRPr>
            </a:lvl7pPr>
            <a:lvl8pPr marL="3429000" indent="-228600" defTabSz="4389438" eaLnBrk="0" fontAlgn="base" hangingPunct="0">
              <a:spcBef>
                <a:spcPct val="0"/>
              </a:spcBef>
              <a:spcAft>
                <a:spcPct val="0"/>
              </a:spcAft>
              <a:defRPr sz="3600">
                <a:solidFill>
                  <a:schemeClr val="tx1"/>
                </a:solidFill>
                <a:latin typeface="Arial" panose="020B0604020202020204" pitchFamily="34" charset="0"/>
              </a:defRPr>
            </a:lvl8pPr>
            <a:lvl9pPr marL="3886200" indent="-228600" defTabSz="4389438" eaLnBrk="0" fontAlgn="base" hangingPunct="0">
              <a:spcBef>
                <a:spcPct val="0"/>
              </a:spcBef>
              <a:spcAft>
                <a:spcPct val="0"/>
              </a:spcAft>
              <a:defRPr sz="3600">
                <a:solidFill>
                  <a:schemeClr val="tx1"/>
                </a:solidFill>
                <a:latin typeface="Arial" panose="020B0604020202020204" pitchFamily="34" charset="0"/>
              </a:defRPr>
            </a:lvl9pPr>
          </a:lstStyle>
          <a:p>
            <a:pPr eaLnBrk="1" hangingPunct="1"/>
            <a:r>
              <a:rPr lang="en-US" altLang="en-US" sz="4800" b="1">
                <a:latin typeface="Aptos" panose="020B0004020202020204" pitchFamily="34" charset="0"/>
              </a:rPr>
              <a:t>BACKGROUND OF THE STUDY</a:t>
            </a:r>
          </a:p>
        </p:txBody>
      </p:sp>
      <p:sp>
        <p:nvSpPr>
          <p:cNvPr id="2053" name="Text Box 198">
            <a:extLst>
              <a:ext uri="{FF2B5EF4-FFF2-40B4-BE49-F238E27FC236}">
                <a16:creationId xmlns:a16="http://schemas.microsoft.com/office/drawing/2014/main" id="{B8E0F900-E777-9A54-CB9B-15B2C12CB068}"/>
              </a:ext>
            </a:extLst>
          </p:cNvPr>
          <p:cNvSpPr txBox="1">
            <a:spLocks noChangeArrowheads="1"/>
          </p:cNvSpPr>
          <p:nvPr/>
        </p:nvSpPr>
        <p:spPr bwMode="auto">
          <a:xfrm>
            <a:off x="32840381" y="6102350"/>
            <a:ext cx="9586874" cy="1438507"/>
          </a:xfrm>
          <a:prstGeom prst="rect">
            <a:avLst/>
          </a:prstGeom>
          <a:solidFill>
            <a:srgbClr val="FFC000"/>
          </a:solidFill>
          <a:ln>
            <a:noFill/>
          </a:ln>
          <a:effectLst/>
        </p:spPr>
        <p:txBody>
          <a:bodyPr wrap="none" lIns="228600" tIns="228600" rIns="228600" bIns="228600" anchor="ctr" anchorCtr="1"/>
          <a:lstStyle>
            <a:lvl1pPr defTabSz="4389438">
              <a:defRPr sz="3600">
                <a:solidFill>
                  <a:schemeClr val="tx1"/>
                </a:solidFill>
                <a:latin typeface="Arial" panose="020B0604020202020204" pitchFamily="34" charset="0"/>
              </a:defRPr>
            </a:lvl1pPr>
            <a:lvl2pPr marL="742950" indent="-285750" defTabSz="4389438">
              <a:defRPr sz="3600">
                <a:solidFill>
                  <a:schemeClr val="tx1"/>
                </a:solidFill>
                <a:latin typeface="Arial" panose="020B0604020202020204" pitchFamily="34" charset="0"/>
              </a:defRPr>
            </a:lvl2pPr>
            <a:lvl3pPr marL="1143000" indent="-228600" defTabSz="4389438">
              <a:defRPr sz="3600">
                <a:solidFill>
                  <a:schemeClr val="tx1"/>
                </a:solidFill>
                <a:latin typeface="Arial" panose="020B0604020202020204" pitchFamily="34" charset="0"/>
              </a:defRPr>
            </a:lvl3pPr>
            <a:lvl4pPr marL="1600200" indent="-228600" defTabSz="4389438">
              <a:defRPr sz="3600">
                <a:solidFill>
                  <a:schemeClr val="tx1"/>
                </a:solidFill>
                <a:latin typeface="Arial" panose="020B0604020202020204" pitchFamily="34" charset="0"/>
              </a:defRPr>
            </a:lvl4pPr>
            <a:lvl5pPr marL="2057400" indent="-228600" defTabSz="4389438">
              <a:defRPr sz="3600">
                <a:solidFill>
                  <a:schemeClr val="tx1"/>
                </a:solidFill>
                <a:latin typeface="Arial" panose="020B0604020202020204" pitchFamily="34" charset="0"/>
              </a:defRPr>
            </a:lvl5pPr>
            <a:lvl6pPr marL="2514600" indent="-228600" defTabSz="4389438" eaLnBrk="0" fontAlgn="base" hangingPunct="0">
              <a:spcBef>
                <a:spcPct val="0"/>
              </a:spcBef>
              <a:spcAft>
                <a:spcPct val="0"/>
              </a:spcAft>
              <a:defRPr sz="3600">
                <a:solidFill>
                  <a:schemeClr val="tx1"/>
                </a:solidFill>
                <a:latin typeface="Arial" panose="020B0604020202020204" pitchFamily="34" charset="0"/>
              </a:defRPr>
            </a:lvl6pPr>
            <a:lvl7pPr marL="2971800" indent="-228600" defTabSz="4389438" eaLnBrk="0" fontAlgn="base" hangingPunct="0">
              <a:spcBef>
                <a:spcPct val="0"/>
              </a:spcBef>
              <a:spcAft>
                <a:spcPct val="0"/>
              </a:spcAft>
              <a:defRPr sz="3600">
                <a:solidFill>
                  <a:schemeClr val="tx1"/>
                </a:solidFill>
                <a:latin typeface="Arial" panose="020B0604020202020204" pitchFamily="34" charset="0"/>
              </a:defRPr>
            </a:lvl7pPr>
            <a:lvl8pPr marL="3429000" indent="-228600" defTabSz="4389438" eaLnBrk="0" fontAlgn="base" hangingPunct="0">
              <a:spcBef>
                <a:spcPct val="0"/>
              </a:spcBef>
              <a:spcAft>
                <a:spcPct val="0"/>
              </a:spcAft>
              <a:defRPr sz="3600">
                <a:solidFill>
                  <a:schemeClr val="tx1"/>
                </a:solidFill>
                <a:latin typeface="Arial" panose="020B0604020202020204" pitchFamily="34" charset="0"/>
              </a:defRPr>
            </a:lvl8pPr>
            <a:lvl9pPr marL="3886200" indent="-228600" defTabSz="4389438" eaLnBrk="0" fontAlgn="base" hangingPunct="0">
              <a:spcBef>
                <a:spcPct val="0"/>
              </a:spcBef>
              <a:spcAft>
                <a:spcPct val="0"/>
              </a:spcAft>
              <a:defRPr sz="3600">
                <a:solidFill>
                  <a:schemeClr val="tx1"/>
                </a:solidFill>
                <a:latin typeface="Arial" panose="020B0604020202020204" pitchFamily="34" charset="0"/>
              </a:defRPr>
            </a:lvl9pPr>
          </a:lstStyle>
          <a:p>
            <a:pPr eaLnBrk="1" hangingPunct="1"/>
            <a:r>
              <a:rPr lang="en-US" altLang="en-US" sz="4800" b="1">
                <a:latin typeface="Aptos" panose="020B0004020202020204" pitchFamily="34" charset="0"/>
              </a:rPr>
              <a:t>DISCUSSION</a:t>
            </a:r>
          </a:p>
        </p:txBody>
      </p:sp>
      <p:sp>
        <p:nvSpPr>
          <p:cNvPr id="2054" name="Text Box 199">
            <a:extLst>
              <a:ext uri="{FF2B5EF4-FFF2-40B4-BE49-F238E27FC236}">
                <a16:creationId xmlns:a16="http://schemas.microsoft.com/office/drawing/2014/main" id="{2110396C-D197-B2A6-EFC3-F5C588078662}"/>
              </a:ext>
            </a:extLst>
          </p:cNvPr>
          <p:cNvSpPr txBox="1">
            <a:spLocks noChangeArrowheads="1"/>
          </p:cNvSpPr>
          <p:nvPr/>
        </p:nvSpPr>
        <p:spPr bwMode="auto">
          <a:xfrm>
            <a:off x="21023263" y="6102350"/>
            <a:ext cx="10501274" cy="1438507"/>
          </a:xfrm>
          <a:prstGeom prst="rect">
            <a:avLst/>
          </a:prstGeom>
          <a:solidFill>
            <a:srgbClr val="FFC000"/>
          </a:solidFill>
          <a:ln>
            <a:noFill/>
          </a:ln>
          <a:effectLst/>
        </p:spPr>
        <p:txBody>
          <a:bodyPr wrap="none" lIns="228600" tIns="228600" rIns="228600" bIns="228600" anchor="ctr" anchorCtr="1"/>
          <a:lstStyle>
            <a:lvl1pPr defTabSz="4389438">
              <a:defRPr sz="3600">
                <a:solidFill>
                  <a:schemeClr val="tx1"/>
                </a:solidFill>
                <a:latin typeface="Arial" panose="020B0604020202020204" pitchFamily="34" charset="0"/>
              </a:defRPr>
            </a:lvl1pPr>
            <a:lvl2pPr marL="742950" indent="-285750" defTabSz="4389438">
              <a:defRPr sz="3600">
                <a:solidFill>
                  <a:schemeClr val="tx1"/>
                </a:solidFill>
                <a:latin typeface="Arial" panose="020B0604020202020204" pitchFamily="34" charset="0"/>
              </a:defRPr>
            </a:lvl2pPr>
            <a:lvl3pPr marL="1143000" indent="-228600" defTabSz="4389438">
              <a:defRPr sz="3600">
                <a:solidFill>
                  <a:schemeClr val="tx1"/>
                </a:solidFill>
                <a:latin typeface="Arial" panose="020B0604020202020204" pitchFamily="34" charset="0"/>
              </a:defRPr>
            </a:lvl3pPr>
            <a:lvl4pPr marL="1600200" indent="-228600" defTabSz="4389438">
              <a:defRPr sz="3600">
                <a:solidFill>
                  <a:schemeClr val="tx1"/>
                </a:solidFill>
                <a:latin typeface="Arial" panose="020B0604020202020204" pitchFamily="34" charset="0"/>
              </a:defRPr>
            </a:lvl4pPr>
            <a:lvl5pPr marL="2057400" indent="-228600" defTabSz="4389438">
              <a:defRPr sz="3600">
                <a:solidFill>
                  <a:schemeClr val="tx1"/>
                </a:solidFill>
                <a:latin typeface="Arial" panose="020B0604020202020204" pitchFamily="34" charset="0"/>
              </a:defRPr>
            </a:lvl5pPr>
            <a:lvl6pPr marL="2514600" indent="-228600" defTabSz="4389438" eaLnBrk="0" fontAlgn="base" hangingPunct="0">
              <a:spcBef>
                <a:spcPct val="0"/>
              </a:spcBef>
              <a:spcAft>
                <a:spcPct val="0"/>
              </a:spcAft>
              <a:defRPr sz="3600">
                <a:solidFill>
                  <a:schemeClr val="tx1"/>
                </a:solidFill>
                <a:latin typeface="Arial" panose="020B0604020202020204" pitchFamily="34" charset="0"/>
              </a:defRPr>
            </a:lvl6pPr>
            <a:lvl7pPr marL="2971800" indent="-228600" defTabSz="4389438" eaLnBrk="0" fontAlgn="base" hangingPunct="0">
              <a:spcBef>
                <a:spcPct val="0"/>
              </a:spcBef>
              <a:spcAft>
                <a:spcPct val="0"/>
              </a:spcAft>
              <a:defRPr sz="3600">
                <a:solidFill>
                  <a:schemeClr val="tx1"/>
                </a:solidFill>
                <a:latin typeface="Arial" panose="020B0604020202020204" pitchFamily="34" charset="0"/>
              </a:defRPr>
            </a:lvl7pPr>
            <a:lvl8pPr marL="3429000" indent="-228600" defTabSz="4389438" eaLnBrk="0" fontAlgn="base" hangingPunct="0">
              <a:spcBef>
                <a:spcPct val="0"/>
              </a:spcBef>
              <a:spcAft>
                <a:spcPct val="0"/>
              </a:spcAft>
              <a:defRPr sz="3600">
                <a:solidFill>
                  <a:schemeClr val="tx1"/>
                </a:solidFill>
                <a:latin typeface="Arial" panose="020B0604020202020204" pitchFamily="34" charset="0"/>
              </a:defRPr>
            </a:lvl8pPr>
            <a:lvl9pPr marL="3886200" indent="-228600" defTabSz="4389438" eaLnBrk="0" fontAlgn="base" hangingPunct="0">
              <a:spcBef>
                <a:spcPct val="0"/>
              </a:spcBef>
              <a:spcAft>
                <a:spcPct val="0"/>
              </a:spcAft>
              <a:defRPr sz="3600">
                <a:solidFill>
                  <a:schemeClr val="tx1"/>
                </a:solidFill>
                <a:latin typeface="Arial" panose="020B0604020202020204" pitchFamily="34" charset="0"/>
              </a:defRPr>
            </a:lvl9pPr>
          </a:lstStyle>
          <a:p>
            <a:pPr eaLnBrk="1" hangingPunct="1"/>
            <a:r>
              <a:rPr lang="en-US" altLang="en-US" sz="4800" b="1">
                <a:latin typeface="Aptos" panose="020B0004020202020204" pitchFamily="34" charset="0"/>
              </a:rPr>
              <a:t>RESULTS</a:t>
            </a:r>
          </a:p>
        </p:txBody>
      </p:sp>
      <p:sp>
        <p:nvSpPr>
          <p:cNvPr id="2294" name="Text Box 246">
            <a:extLst>
              <a:ext uri="{FF2B5EF4-FFF2-40B4-BE49-F238E27FC236}">
                <a16:creationId xmlns:a16="http://schemas.microsoft.com/office/drawing/2014/main" id="{18559614-1CD5-4C23-5B09-88B432192E09}"/>
              </a:ext>
            </a:extLst>
          </p:cNvPr>
          <p:cNvSpPr txBox="1">
            <a:spLocks noChangeArrowheads="1"/>
          </p:cNvSpPr>
          <p:nvPr/>
        </p:nvSpPr>
        <p:spPr bwMode="auto">
          <a:xfrm>
            <a:off x="0" y="6102350"/>
            <a:ext cx="9140825" cy="1371600"/>
          </a:xfrm>
          <a:prstGeom prst="rect">
            <a:avLst/>
          </a:prstGeom>
          <a:solidFill>
            <a:srgbClr val="FFC000"/>
          </a:solidFill>
          <a:ln>
            <a:noFill/>
          </a:ln>
          <a:effectLst/>
        </p:spPr>
        <p:txBody>
          <a:bodyPr wrap="none" lIns="228600" tIns="228600" rIns="228600" bIns="228600" anchor="ctr" anchorCtr="1"/>
          <a:lstStyle>
            <a:lvl1pPr defTabSz="4389438">
              <a:defRPr>
                <a:solidFill>
                  <a:schemeClr val="tx1"/>
                </a:solidFill>
                <a:latin typeface="Arial" panose="020B0604020202020204" pitchFamily="34" charset="0"/>
              </a:defRPr>
            </a:lvl1pPr>
            <a:lvl2pPr defTabSz="4389438">
              <a:defRPr>
                <a:solidFill>
                  <a:schemeClr val="tx1"/>
                </a:solidFill>
                <a:latin typeface="Arial" panose="020B0604020202020204" pitchFamily="34" charset="0"/>
              </a:defRPr>
            </a:lvl2pPr>
            <a:lvl3pPr defTabSz="4389438">
              <a:defRPr>
                <a:solidFill>
                  <a:schemeClr val="tx1"/>
                </a:solidFill>
                <a:latin typeface="Arial" panose="020B0604020202020204" pitchFamily="34" charset="0"/>
              </a:defRPr>
            </a:lvl3pPr>
            <a:lvl4pPr defTabSz="4389438">
              <a:defRPr>
                <a:solidFill>
                  <a:schemeClr val="tx1"/>
                </a:solidFill>
                <a:latin typeface="Arial" panose="020B0604020202020204" pitchFamily="34" charset="0"/>
              </a:defRPr>
            </a:lvl4pPr>
            <a:lvl5pPr defTabSz="4389438">
              <a:defRPr>
                <a:solidFill>
                  <a:schemeClr val="tx1"/>
                </a:solidFill>
                <a:latin typeface="Arial" panose="020B0604020202020204" pitchFamily="34" charset="0"/>
              </a:defRPr>
            </a:lvl5pPr>
            <a:lvl6pPr defTabSz="4389438" fontAlgn="base">
              <a:spcBef>
                <a:spcPct val="0"/>
              </a:spcBef>
              <a:spcAft>
                <a:spcPct val="0"/>
              </a:spcAft>
              <a:defRPr>
                <a:solidFill>
                  <a:schemeClr val="tx1"/>
                </a:solidFill>
                <a:latin typeface="Arial" panose="020B0604020202020204" pitchFamily="34" charset="0"/>
              </a:defRPr>
            </a:lvl6pPr>
            <a:lvl7pPr defTabSz="4389438" fontAlgn="base">
              <a:spcBef>
                <a:spcPct val="0"/>
              </a:spcBef>
              <a:spcAft>
                <a:spcPct val="0"/>
              </a:spcAft>
              <a:defRPr>
                <a:solidFill>
                  <a:schemeClr val="tx1"/>
                </a:solidFill>
                <a:latin typeface="Arial" panose="020B0604020202020204" pitchFamily="34" charset="0"/>
              </a:defRPr>
            </a:lvl7pPr>
            <a:lvl8pPr defTabSz="4389438" fontAlgn="base">
              <a:spcBef>
                <a:spcPct val="0"/>
              </a:spcBef>
              <a:spcAft>
                <a:spcPct val="0"/>
              </a:spcAft>
              <a:defRPr>
                <a:solidFill>
                  <a:schemeClr val="tx1"/>
                </a:solidFill>
                <a:latin typeface="Arial" panose="020B0604020202020204" pitchFamily="34" charset="0"/>
              </a:defRPr>
            </a:lvl8pPr>
            <a:lvl9pPr defTabSz="4389438" fontAlgn="base">
              <a:spcBef>
                <a:spcPct val="0"/>
              </a:spcBef>
              <a:spcAft>
                <a:spcPct val="0"/>
              </a:spcAft>
              <a:defRPr>
                <a:solidFill>
                  <a:schemeClr val="tx1"/>
                </a:solidFill>
                <a:latin typeface="Arial" panose="020B0604020202020204" pitchFamily="34" charset="0"/>
              </a:defRPr>
            </a:lvl9pPr>
          </a:lstStyle>
          <a:p>
            <a:pPr eaLnBrk="1" hangingPunct="1">
              <a:defRPr/>
            </a:pPr>
            <a:r>
              <a:rPr lang="en-US" altLang="en-US" sz="4800" b="1">
                <a:latin typeface="Aptos" panose="020B0004020202020204" pitchFamily="34" charset="0"/>
              </a:rPr>
              <a:t>ABSTRACT</a:t>
            </a:r>
          </a:p>
        </p:txBody>
      </p:sp>
      <p:sp>
        <p:nvSpPr>
          <p:cNvPr id="2101" name="Text Box 259">
            <a:extLst>
              <a:ext uri="{FF2B5EF4-FFF2-40B4-BE49-F238E27FC236}">
                <a16:creationId xmlns:a16="http://schemas.microsoft.com/office/drawing/2014/main" id="{B4EB8113-C8D7-7581-C94B-A47C2D258D6B}"/>
              </a:ext>
            </a:extLst>
          </p:cNvPr>
          <p:cNvSpPr txBox="1">
            <a:spLocks noChangeArrowheads="1"/>
          </p:cNvSpPr>
          <p:nvPr/>
        </p:nvSpPr>
        <p:spPr bwMode="auto">
          <a:xfrm>
            <a:off x="10055220" y="24478786"/>
            <a:ext cx="10189039" cy="1505414"/>
          </a:xfrm>
          <a:prstGeom prst="rect">
            <a:avLst/>
          </a:prstGeom>
          <a:solidFill>
            <a:srgbClr val="FFC000"/>
          </a:solidFill>
          <a:ln>
            <a:noFill/>
          </a:ln>
          <a:effectLst/>
        </p:spPr>
        <p:txBody>
          <a:bodyPr wrap="none" lIns="228600" tIns="228600" rIns="228600" bIns="228600" anchor="ctr" anchorCtr="1"/>
          <a:lstStyle>
            <a:lvl1pPr defTabSz="4389438">
              <a:defRPr sz="3600">
                <a:solidFill>
                  <a:schemeClr val="tx1"/>
                </a:solidFill>
                <a:latin typeface="Arial" panose="020B0604020202020204" pitchFamily="34" charset="0"/>
              </a:defRPr>
            </a:lvl1pPr>
            <a:lvl2pPr marL="742950" indent="-285750" defTabSz="4389438">
              <a:defRPr sz="3600">
                <a:solidFill>
                  <a:schemeClr val="tx1"/>
                </a:solidFill>
                <a:latin typeface="Arial" panose="020B0604020202020204" pitchFamily="34" charset="0"/>
              </a:defRPr>
            </a:lvl2pPr>
            <a:lvl3pPr marL="1143000" indent="-228600" defTabSz="4389438">
              <a:defRPr sz="3600">
                <a:solidFill>
                  <a:schemeClr val="tx1"/>
                </a:solidFill>
                <a:latin typeface="Arial" panose="020B0604020202020204" pitchFamily="34" charset="0"/>
              </a:defRPr>
            </a:lvl3pPr>
            <a:lvl4pPr marL="1600200" indent="-228600" defTabSz="4389438">
              <a:defRPr sz="3600">
                <a:solidFill>
                  <a:schemeClr val="tx1"/>
                </a:solidFill>
                <a:latin typeface="Arial" panose="020B0604020202020204" pitchFamily="34" charset="0"/>
              </a:defRPr>
            </a:lvl4pPr>
            <a:lvl5pPr marL="2057400" indent="-228600" defTabSz="4389438">
              <a:defRPr sz="3600">
                <a:solidFill>
                  <a:schemeClr val="tx1"/>
                </a:solidFill>
                <a:latin typeface="Arial" panose="020B0604020202020204" pitchFamily="34" charset="0"/>
              </a:defRPr>
            </a:lvl5pPr>
            <a:lvl6pPr marL="2514600" indent="-228600" defTabSz="4389438" eaLnBrk="0" fontAlgn="base" hangingPunct="0">
              <a:spcBef>
                <a:spcPct val="0"/>
              </a:spcBef>
              <a:spcAft>
                <a:spcPct val="0"/>
              </a:spcAft>
              <a:defRPr sz="3600">
                <a:solidFill>
                  <a:schemeClr val="tx1"/>
                </a:solidFill>
                <a:latin typeface="Arial" panose="020B0604020202020204" pitchFamily="34" charset="0"/>
              </a:defRPr>
            </a:lvl6pPr>
            <a:lvl7pPr marL="2971800" indent="-228600" defTabSz="4389438" eaLnBrk="0" fontAlgn="base" hangingPunct="0">
              <a:spcBef>
                <a:spcPct val="0"/>
              </a:spcBef>
              <a:spcAft>
                <a:spcPct val="0"/>
              </a:spcAft>
              <a:defRPr sz="3600">
                <a:solidFill>
                  <a:schemeClr val="tx1"/>
                </a:solidFill>
                <a:latin typeface="Arial" panose="020B0604020202020204" pitchFamily="34" charset="0"/>
              </a:defRPr>
            </a:lvl7pPr>
            <a:lvl8pPr marL="3429000" indent="-228600" defTabSz="4389438" eaLnBrk="0" fontAlgn="base" hangingPunct="0">
              <a:spcBef>
                <a:spcPct val="0"/>
              </a:spcBef>
              <a:spcAft>
                <a:spcPct val="0"/>
              </a:spcAft>
              <a:defRPr sz="3600">
                <a:solidFill>
                  <a:schemeClr val="tx1"/>
                </a:solidFill>
                <a:latin typeface="Arial" panose="020B0604020202020204" pitchFamily="34" charset="0"/>
              </a:defRPr>
            </a:lvl8pPr>
            <a:lvl9pPr marL="3886200" indent="-228600" defTabSz="4389438" eaLnBrk="0" fontAlgn="base" hangingPunct="0">
              <a:spcBef>
                <a:spcPct val="0"/>
              </a:spcBef>
              <a:spcAft>
                <a:spcPct val="0"/>
              </a:spcAft>
              <a:defRPr sz="3600">
                <a:solidFill>
                  <a:schemeClr val="tx1"/>
                </a:solidFill>
                <a:latin typeface="Arial" panose="020B0604020202020204" pitchFamily="34" charset="0"/>
              </a:defRPr>
            </a:lvl9pPr>
          </a:lstStyle>
          <a:p>
            <a:pPr eaLnBrk="1" hangingPunct="1"/>
            <a:r>
              <a:rPr lang="en-US" altLang="en-US" sz="4800" b="1">
                <a:latin typeface="Aptos" panose="020B0004020202020204" pitchFamily="34" charset="0"/>
              </a:rPr>
              <a:t>PROCESS/METHODOLOGY</a:t>
            </a:r>
          </a:p>
        </p:txBody>
      </p:sp>
      <p:sp>
        <p:nvSpPr>
          <p:cNvPr id="2102" name="Text Box 261">
            <a:extLst>
              <a:ext uri="{FF2B5EF4-FFF2-40B4-BE49-F238E27FC236}">
                <a16:creationId xmlns:a16="http://schemas.microsoft.com/office/drawing/2014/main" id="{4D5F6B06-06B7-CA45-00EE-D3B79D17A295}"/>
              </a:ext>
            </a:extLst>
          </p:cNvPr>
          <p:cNvSpPr txBox="1">
            <a:spLocks noChangeArrowheads="1"/>
          </p:cNvSpPr>
          <p:nvPr/>
        </p:nvSpPr>
        <p:spPr bwMode="auto">
          <a:xfrm>
            <a:off x="32863101" y="17776226"/>
            <a:ext cx="9586874" cy="1371600"/>
          </a:xfrm>
          <a:prstGeom prst="rect">
            <a:avLst/>
          </a:prstGeom>
          <a:solidFill>
            <a:srgbClr val="FFC000"/>
          </a:solidFill>
          <a:ln>
            <a:noFill/>
          </a:ln>
          <a:effectLst/>
        </p:spPr>
        <p:txBody>
          <a:bodyPr wrap="none" lIns="228600" tIns="228600" rIns="228600" bIns="228600" anchor="ctr" anchorCtr="1"/>
          <a:lstStyle>
            <a:lvl1pPr defTabSz="4389438">
              <a:defRPr sz="3600">
                <a:solidFill>
                  <a:schemeClr val="tx1"/>
                </a:solidFill>
                <a:latin typeface="Arial" panose="020B0604020202020204" pitchFamily="34" charset="0"/>
              </a:defRPr>
            </a:lvl1pPr>
            <a:lvl2pPr marL="742950" indent="-285750" defTabSz="4389438">
              <a:defRPr sz="3600">
                <a:solidFill>
                  <a:schemeClr val="tx1"/>
                </a:solidFill>
                <a:latin typeface="Arial" panose="020B0604020202020204" pitchFamily="34" charset="0"/>
              </a:defRPr>
            </a:lvl2pPr>
            <a:lvl3pPr marL="1143000" indent="-228600" defTabSz="4389438">
              <a:defRPr sz="3600">
                <a:solidFill>
                  <a:schemeClr val="tx1"/>
                </a:solidFill>
                <a:latin typeface="Arial" panose="020B0604020202020204" pitchFamily="34" charset="0"/>
              </a:defRPr>
            </a:lvl3pPr>
            <a:lvl4pPr marL="1600200" indent="-228600" defTabSz="4389438">
              <a:defRPr sz="3600">
                <a:solidFill>
                  <a:schemeClr val="tx1"/>
                </a:solidFill>
                <a:latin typeface="Arial" panose="020B0604020202020204" pitchFamily="34" charset="0"/>
              </a:defRPr>
            </a:lvl4pPr>
            <a:lvl5pPr marL="2057400" indent="-228600" defTabSz="4389438">
              <a:defRPr sz="3600">
                <a:solidFill>
                  <a:schemeClr val="tx1"/>
                </a:solidFill>
                <a:latin typeface="Arial" panose="020B0604020202020204" pitchFamily="34" charset="0"/>
              </a:defRPr>
            </a:lvl5pPr>
            <a:lvl6pPr marL="2514600" indent="-228600" defTabSz="4389438" eaLnBrk="0" fontAlgn="base" hangingPunct="0">
              <a:spcBef>
                <a:spcPct val="0"/>
              </a:spcBef>
              <a:spcAft>
                <a:spcPct val="0"/>
              </a:spcAft>
              <a:defRPr sz="3600">
                <a:solidFill>
                  <a:schemeClr val="tx1"/>
                </a:solidFill>
                <a:latin typeface="Arial" panose="020B0604020202020204" pitchFamily="34" charset="0"/>
              </a:defRPr>
            </a:lvl6pPr>
            <a:lvl7pPr marL="2971800" indent="-228600" defTabSz="4389438" eaLnBrk="0" fontAlgn="base" hangingPunct="0">
              <a:spcBef>
                <a:spcPct val="0"/>
              </a:spcBef>
              <a:spcAft>
                <a:spcPct val="0"/>
              </a:spcAft>
              <a:defRPr sz="3600">
                <a:solidFill>
                  <a:schemeClr val="tx1"/>
                </a:solidFill>
                <a:latin typeface="Arial" panose="020B0604020202020204" pitchFamily="34" charset="0"/>
              </a:defRPr>
            </a:lvl7pPr>
            <a:lvl8pPr marL="3429000" indent="-228600" defTabSz="4389438" eaLnBrk="0" fontAlgn="base" hangingPunct="0">
              <a:spcBef>
                <a:spcPct val="0"/>
              </a:spcBef>
              <a:spcAft>
                <a:spcPct val="0"/>
              </a:spcAft>
              <a:defRPr sz="3600">
                <a:solidFill>
                  <a:schemeClr val="tx1"/>
                </a:solidFill>
                <a:latin typeface="Arial" panose="020B0604020202020204" pitchFamily="34" charset="0"/>
              </a:defRPr>
            </a:lvl8pPr>
            <a:lvl9pPr marL="3886200" indent="-228600" defTabSz="4389438" eaLnBrk="0" fontAlgn="base" hangingPunct="0">
              <a:spcBef>
                <a:spcPct val="0"/>
              </a:spcBef>
              <a:spcAft>
                <a:spcPct val="0"/>
              </a:spcAft>
              <a:defRPr sz="3600">
                <a:solidFill>
                  <a:schemeClr val="tx1"/>
                </a:solidFill>
                <a:latin typeface="Arial" panose="020B0604020202020204" pitchFamily="34" charset="0"/>
              </a:defRPr>
            </a:lvl9pPr>
          </a:lstStyle>
          <a:p>
            <a:pPr eaLnBrk="1" hangingPunct="1"/>
            <a:r>
              <a:rPr lang="en-US" altLang="en-US" sz="4800" b="1">
                <a:latin typeface="Aptos" panose="020B0004020202020204" pitchFamily="34" charset="0"/>
              </a:rPr>
              <a:t>OUTCOME</a:t>
            </a:r>
          </a:p>
        </p:txBody>
      </p:sp>
      <p:sp>
        <p:nvSpPr>
          <p:cNvPr id="2105" name="Text Box 266">
            <a:extLst>
              <a:ext uri="{FF2B5EF4-FFF2-40B4-BE49-F238E27FC236}">
                <a16:creationId xmlns:a16="http://schemas.microsoft.com/office/drawing/2014/main" id="{15B412AB-A76F-227A-6E37-19028BED8D08}"/>
              </a:ext>
            </a:extLst>
          </p:cNvPr>
          <p:cNvSpPr txBox="1">
            <a:spLocks noChangeArrowheads="1"/>
          </p:cNvSpPr>
          <p:nvPr/>
        </p:nvSpPr>
        <p:spPr bwMode="auto">
          <a:xfrm>
            <a:off x="0" y="42152985"/>
            <a:ext cx="9204720" cy="1569660"/>
          </a:xfrm>
          <a:prstGeom prst="rect">
            <a:avLst/>
          </a:prstGeom>
          <a:solidFill>
            <a:srgbClr val="003A74"/>
          </a:solidFill>
          <a:ln>
            <a:noFill/>
          </a:ln>
          <a:effectLst/>
          <a:extLst>
            <a:ext uri="{91240B29-F687-4F45-9708-019B960494DF}">
              <a14:hiddenLine xmlns:a14="http://schemas.microsoft.com/office/drawing/2010/main" w="1905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228600" tIns="228600" rIns="228600" bIns="228600">
            <a:spAutoFit/>
          </a:bodyPr>
          <a:lstStyle>
            <a:lvl1pPr>
              <a:defRPr sz="3600">
                <a:solidFill>
                  <a:schemeClr val="tx1"/>
                </a:solidFill>
                <a:latin typeface="Arial" panose="020B0604020202020204" pitchFamily="34" charset="0"/>
              </a:defRPr>
            </a:lvl1pPr>
            <a:lvl2pPr marL="742950" indent="-285750">
              <a:defRPr sz="3600">
                <a:solidFill>
                  <a:schemeClr val="tx1"/>
                </a:solidFill>
                <a:latin typeface="Arial" panose="020B0604020202020204" pitchFamily="34" charset="0"/>
              </a:defRPr>
            </a:lvl2pPr>
            <a:lvl3pPr marL="1143000" indent="-228600">
              <a:defRPr sz="3600">
                <a:solidFill>
                  <a:schemeClr val="tx1"/>
                </a:solidFill>
                <a:latin typeface="Arial" panose="020B0604020202020204" pitchFamily="34" charset="0"/>
              </a:defRPr>
            </a:lvl3pPr>
            <a:lvl4pPr marL="1600200" indent="-228600">
              <a:defRPr sz="3600">
                <a:solidFill>
                  <a:schemeClr val="tx1"/>
                </a:solidFill>
                <a:latin typeface="Arial" panose="020B0604020202020204" pitchFamily="34" charset="0"/>
              </a:defRPr>
            </a:lvl4pPr>
            <a:lvl5pPr marL="2057400" indent="-228600">
              <a:defRPr sz="3600">
                <a:solidFill>
                  <a:schemeClr val="tx1"/>
                </a:solidFill>
                <a:latin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defRPr>
            </a:lvl9pPr>
          </a:lstStyle>
          <a:p>
            <a:pPr marL="571500" indent="-571500" algn="just" eaLnBrk="1" hangingPunct="1">
              <a:buFont typeface="Arial" panose="020B0604020202020204" pitchFamily="34" charset="0"/>
              <a:buChar char="•"/>
            </a:pPr>
            <a:endParaRPr lang="en-US" altLang="en-US">
              <a:solidFill>
                <a:schemeClr val="bg1"/>
              </a:solidFill>
            </a:endParaRPr>
          </a:p>
          <a:p>
            <a:pPr algn="just" eaLnBrk="1" hangingPunct="1"/>
            <a:endParaRPr lang="en-US" altLang="en-US">
              <a:solidFill>
                <a:schemeClr val="bg1"/>
              </a:solidFill>
            </a:endParaRPr>
          </a:p>
        </p:txBody>
      </p:sp>
      <p:sp>
        <p:nvSpPr>
          <p:cNvPr id="2315" name="Text Box 267">
            <a:extLst>
              <a:ext uri="{FF2B5EF4-FFF2-40B4-BE49-F238E27FC236}">
                <a16:creationId xmlns:a16="http://schemas.microsoft.com/office/drawing/2014/main" id="{848977CA-6D15-0BEC-20CC-7ECCB392E7BE}"/>
              </a:ext>
            </a:extLst>
          </p:cNvPr>
          <p:cNvSpPr txBox="1">
            <a:spLocks noChangeArrowheads="1"/>
          </p:cNvSpPr>
          <p:nvPr/>
        </p:nvSpPr>
        <p:spPr bwMode="auto">
          <a:xfrm>
            <a:off x="21023263" y="7540857"/>
            <a:ext cx="10501273" cy="14080680"/>
          </a:xfrm>
          <a:prstGeom prst="rect">
            <a:avLst/>
          </a:prstGeom>
          <a:solidFill>
            <a:schemeClr val="bg1">
              <a:lumMod val="85000"/>
            </a:schemeClr>
          </a:solidFill>
          <a:ln>
            <a:noFill/>
          </a:ln>
          <a:effectLst/>
        </p:spPr>
        <p:txBody>
          <a:bodyPr lIns="228600" tIns="228600" rIns="228600" bIns="228600" anchor="t"/>
          <a:lstStyle/>
          <a:p>
            <a:pPr marL="742950" indent="-742950" algn="just" eaLnBrk="1" hangingPunct="1">
              <a:buFont typeface="Wingdings" panose="05000000000000000000" pitchFamily="2" charset="2"/>
              <a:buChar char="Ø"/>
              <a:defRPr/>
            </a:pPr>
            <a:r>
              <a:rPr lang="en-US" altLang="en-US" sz="4200" b="1">
                <a:latin typeface="Calibri" panose="020F0502020204030204" pitchFamily="34" charset="0"/>
                <a:ea typeface="Calibri" panose="020F0502020204030204" pitchFamily="34" charset="0"/>
                <a:cs typeface="Calibri" panose="020F0502020204030204" pitchFamily="34" charset="0"/>
              </a:rPr>
              <a:t>Text to Speech Conversion: </a:t>
            </a:r>
            <a:r>
              <a:rPr lang="en-US" altLang="en-US" sz="4200">
                <a:latin typeface="Calibri" panose="020F0502020204030204" pitchFamily="34" charset="0"/>
                <a:ea typeface="Calibri" panose="020F0502020204030204" pitchFamily="34" charset="0"/>
                <a:cs typeface="Calibri" panose="020F0502020204030204" pitchFamily="34" charset="0"/>
              </a:rPr>
              <a:t>Text labels are converted into human-like audio using </a:t>
            </a:r>
            <a:r>
              <a:rPr lang="en-US" altLang="en-US" sz="4200" err="1">
                <a:latin typeface="Calibri" panose="020F0502020204030204" pitchFamily="34" charset="0"/>
                <a:ea typeface="Calibri" panose="020F0502020204030204" pitchFamily="34" charset="0"/>
                <a:cs typeface="Calibri" panose="020F0502020204030204" pitchFamily="34" charset="0"/>
              </a:rPr>
              <a:t>gTTS</a:t>
            </a:r>
            <a:r>
              <a:rPr lang="en-US" altLang="en-US" sz="4200">
                <a:latin typeface="Calibri" panose="020F0502020204030204" pitchFamily="34" charset="0"/>
                <a:ea typeface="Calibri" panose="020F0502020204030204" pitchFamily="34" charset="0"/>
                <a:cs typeface="Calibri" panose="020F0502020204030204" pitchFamily="34" charset="0"/>
              </a:rPr>
              <a:t>, enhancing accessibility for visually impaired users through auditory feedback. </a:t>
            </a:r>
          </a:p>
          <a:p>
            <a:pPr marL="742950" indent="-742950" algn="just" eaLnBrk="1" hangingPunct="1">
              <a:buFont typeface="Wingdings" panose="05000000000000000000" pitchFamily="2" charset="2"/>
              <a:buChar char="Ø"/>
              <a:defRPr/>
            </a:pPr>
            <a:r>
              <a:rPr lang="en-US" altLang="en-US" sz="4200" b="1">
                <a:latin typeface="Calibri" panose="020F0502020204030204" pitchFamily="34" charset="0"/>
                <a:ea typeface="Calibri" panose="020F0502020204030204" pitchFamily="34" charset="0"/>
                <a:cs typeface="Calibri" panose="020F0502020204030204" pitchFamily="34" charset="0"/>
              </a:rPr>
              <a:t>Mapping to Vibration: </a:t>
            </a:r>
            <a:r>
              <a:rPr lang="en-US" altLang="en-US" sz="4200">
                <a:latin typeface="Calibri" panose="020F0502020204030204" pitchFamily="34" charset="0"/>
                <a:ea typeface="Calibri" panose="020F0502020204030204" pitchFamily="34" charset="0"/>
                <a:cs typeface="Calibri" panose="020F0502020204030204" pitchFamily="34" charset="0"/>
              </a:rPr>
              <a:t>The system utilizes haptic feedback, mapping currency recognition results to distinguishable vibration patterns, enhancing accessibility for visually impaired users beyond visual and auditory cues. </a:t>
            </a:r>
          </a:p>
          <a:p>
            <a:pPr marL="742950" indent="-742950" algn="just" eaLnBrk="1" hangingPunct="1">
              <a:buFont typeface="Wingdings" panose="05000000000000000000" pitchFamily="2" charset="2"/>
              <a:buChar char="Ø"/>
              <a:defRPr/>
            </a:pPr>
            <a:r>
              <a:rPr lang="en-US" altLang="en-US" sz="4200" b="1">
                <a:latin typeface="Calibri" panose="020F0502020204030204" pitchFamily="34" charset="0"/>
                <a:ea typeface="Calibri" panose="020F0502020204030204" pitchFamily="34" charset="0"/>
                <a:cs typeface="Calibri" panose="020F0502020204030204" pitchFamily="34" charset="0"/>
              </a:rPr>
              <a:t>Web Integration: </a:t>
            </a:r>
            <a:r>
              <a:rPr lang="en-US" altLang="en-US" sz="4200">
                <a:latin typeface="Calibri" panose="020F0502020204030204" pitchFamily="34" charset="0"/>
                <a:ea typeface="Calibri" panose="020F0502020204030204" pitchFamily="34" charset="0"/>
                <a:cs typeface="Calibri" panose="020F0502020204030204" pitchFamily="34" charset="0"/>
              </a:rPr>
              <a:t>A web app with camera access for currency recognition, providing voice and text output for visually impaired users, fostering accessibility and inclusivity. </a:t>
            </a:r>
          </a:p>
          <a:p>
            <a:pPr marL="742950" indent="-742950" algn="just" eaLnBrk="1" hangingPunct="1">
              <a:buFont typeface="Wingdings" panose="05000000000000000000" pitchFamily="2" charset="2"/>
              <a:buChar char="Ø"/>
              <a:defRPr/>
            </a:pPr>
            <a:r>
              <a:rPr lang="en-US" altLang="en-US" sz="4200" b="1">
                <a:latin typeface="Calibri" panose="020F0502020204030204" pitchFamily="34" charset="0"/>
                <a:ea typeface="Calibri" panose="020F0502020204030204" pitchFamily="34" charset="0"/>
                <a:cs typeface="Calibri" panose="020F0502020204030204" pitchFamily="34" charset="0"/>
              </a:rPr>
              <a:t>App Integration: </a:t>
            </a:r>
            <a:r>
              <a:rPr lang="en-US" altLang="en-US" sz="4200">
                <a:latin typeface="Calibri" panose="020F0502020204030204" pitchFamily="34" charset="0"/>
                <a:ea typeface="Calibri" panose="020F0502020204030204" pitchFamily="34" charset="0"/>
                <a:cs typeface="Calibri" panose="020F0502020204030204" pitchFamily="34" charset="0"/>
              </a:rPr>
              <a:t>Our app, integrated with Google Assistant, allows voice-controlled image capture and provides audible and vibration feedback for visually impaired users, enabling independent currency identification. </a:t>
            </a:r>
          </a:p>
          <a:p>
            <a:pPr lvl="1" algn="just">
              <a:buFont typeface="Arial" panose="020B0604020202020204" pitchFamily="34" charset="0"/>
              <a:buChar char="•"/>
            </a:pPr>
            <a:endParaRPr lang="en-US" sz="4200">
              <a:latin typeface="Calibri" panose="020F0502020204030204" pitchFamily="34" charset="0"/>
              <a:ea typeface="Calibri" panose="020F0502020204030204" pitchFamily="34" charset="0"/>
              <a:cs typeface="Calibri" panose="020F0502020204030204" pitchFamily="34" charset="0"/>
            </a:endParaRPr>
          </a:p>
          <a:p>
            <a:pPr algn="just"/>
            <a:br>
              <a:rPr lang="en-GB" sz="4200">
                <a:latin typeface="Calibri" panose="020F0502020204030204" pitchFamily="34" charset="0"/>
                <a:ea typeface="Calibri" panose="020F0502020204030204" pitchFamily="34" charset="0"/>
                <a:cs typeface="Calibri" panose="020F0502020204030204" pitchFamily="34" charset="0"/>
              </a:rPr>
            </a:br>
            <a:endParaRPr lang="en-US" altLang="en-US" sz="4200">
              <a:latin typeface="Calibri" panose="020F0502020204030204" pitchFamily="34" charset="0"/>
              <a:ea typeface="Calibri" panose="020F0502020204030204" pitchFamily="34" charset="0"/>
              <a:cs typeface="Calibri" panose="020F0502020204030204" pitchFamily="34" charset="0"/>
            </a:endParaRPr>
          </a:p>
        </p:txBody>
      </p:sp>
      <p:sp>
        <p:nvSpPr>
          <p:cNvPr id="2316" name="Text Box 268">
            <a:extLst>
              <a:ext uri="{FF2B5EF4-FFF2-40B4-BE49-F238E27FC236}">
                <a16:creationId xmlns:a16="http://schemas.microsoft.com/office/drawing/2014/main" id="{3C1E7F46-1972-356B-38A7-589DDE48C109}"/>
              </a:ext>
            </a:extLst>
          </p:cNvPr>
          <p:cNvSpPr txBox="1">
            <a:spLocks noChangeArrowheads="1"/>
          </p:cNvSpPr>
          <p:nvPr/>
        </p:nvSpPr>
        <p:spPr bwMode="auto">
          <a:xfrm>
            <a:off x="32863103" y="7538137"/>
            <a:ext cx="9586874" cy="10249362"/>
          </a:xfrm>
          <a:prstGeom prst="rect">
            <a:avLst/>
          </a:prstGeom>
          <a:solidFill>
            <a:schemeClr val="bg1">
              <a:lumMod val="85000"/>
            </a:schemeClr>
          </a:solidFill>
          <a:ln>
            <a:noFill/>
          </a:ln>
          <a:effectLst/>
        </p:spPr>
        <p:txBody>
          <a:bodyPr lIns="228600" tIns="228600" rIns="228600" bIns="228600" anchor="t"/>
          <a:lstStyle/>
          <a:p>
            <a:pPr eaLnBrk="1" hangingPunct="1">
              <a:defRPr/>
            </a:pPr>
            <a:r>
              <a:rPr lang="en-US" sz="4450">
                <a:latin typeface="Calibri" panose="020F0502020204030204" pitchFamily="34" charset="0"/>
                <a:ea typeface="Calibri" panose="020F0502020204030204" pitchFamily="34" charset="0"/>
                <a:cs typeface="Calibri" panose="020F0502020204030204" pitchFamily="34" charset="0"/>
              </a:rPr>
              <a:t>VGG16 was selected for its proven effectiveness, despite longer training and higher memory usage. Integrating Android and web platforms broadens accessibility but poses optimization challenges. Training for 5 epochs balanced performance with computational constraints. Achieving 93% accuracy is commendable; refining architecture and augmenting data could boost it further. Incorporating voice and vibration feedback enhances usability, validated through user testing for efficacy and improvement insights.</a:t>
            </a:r>
          </a:p>
        </p:txBody>
      </p:sp>
      <p:sp>
        <p:nvSpPr>
          <p:cNvPr id="2317" name="Text Box 269">
            <a:extLst>
              <a:ext uri="{FF2B5EF4-FFF2-40B4-BE49-F238E27FC236}">
                <a16:creationId xmlns:a16="http://schemas.microsoft.com/office/drawing/2014/main" id="{AFDD86E5-492A-81DA-1888-7CC15AB73483}"/>
              </a:ext>
            </a:extLst>
          </p:cNvPr>
          <p:cNvSpPr txBox="1">
            <a:spLocks noChangeArrowheads="1"/>
          </p:cNvSpPr>
          <p:nvPr/>
        </p:nvSpPr>
        <p:spPr bwMode="auto">
          <a:xfrm>
            <a:off x="10053241" y="25988475"/>
            <a:ext cx="10198464" cy="15582651"/>
          </a:xfrm>
          <a:prstGeom prst="rect">
            <a:avLst/>
          </a:prstGeom>
          <a:solidFill>
            <a:schemeClr val="bg1">
              <a:lumMod val="85000"/>
            </a:schemeClr>
          </a:solidFill>
          <a:ln>
            <a:noFill/>
          </a:ln>
          <a:effectLst/>
        </p:spPr>
        <p:txBody>
          <a:bodyPr lIns="228600" tIns="228600" rIns="228600" bIns="228600" anchor="t"/>
          <a:lstStyle/>
          <a:p>
            <a:pPr algn="just"/>
            <a:r>
              <a:rPr lang="en-US" sz="4800">
                <a:latin typeface="Calibri" panose="020F0502020204030204" pitchFamily="34" charset="0"/>
                <a:ea typeface="Calibri" panose="020F0502020204030204" pitchFamily="34" charset="0"/>
                <a:cs typeface="Calibri" panose="020F0502020204030204" pitchFamily="34" charset="0"/>
              </a:rPr>
              <a:t>Deploying a VGG algorithm, our currency recognition system trains by discerning patterns and Braille lines on banknotes. This intricate model harmonizes visual and tactile elements, producing an output symphony that transcends traditional boundaries. Its dual delivery through audio and vibration ensures a comprehensive and accessible experience, catering to diverse user needs and enhancing usability.</a:t>
            </a:r>
            <a:endParaRPr lang="en-GB" sz="4800">
              <a:latin typeface="Calibri" panose="020F0502020204030204" pitchFamily="34" charset="0"/>
              <a:ea typeface="Calibri" panose="020F0502020204030204" pitchFamily="34" charset="0"/>
              <a:cs typeface="Calibri" panose="020F0502020204030204" pitchFamily="34" charset="0"/>
            </a:endParaRPr>
          </a:p>
        </p:txBody>
      </p:sp>
      <p:sp>
        <p:nvSpPr>
          <p:cNvPr id="2318" name="Text Box 270">
            <a:extLst>
              <a:ext uri="{FF2B5EF4-FFF2-40B4-BE49-F238E27FC236}">
                <a16:creationId xmlns:a16="http://schemas.microsoft.com/office/drawing/2014/main" id="{B3A8B7B1-50E3-80C1-E505-C09BF43D1A19}"/>
              </a:ext>
            </a:extLst>
          </p:cNvPr>
          <p:cNvSpPr txBox="1">
            <a:spLocks noChangeArrowheads="1"/>
          </p:cNvSpPr>
          <p:nvPr/>
        </p:nvSpPr>
        <p:spPr bwMode="auto">
          <a:xfrm>
            <a:off x="32850402" y="19156209"/>
            <a:ext cx="9576853" cy="12437423"/>
          </a:xfrm>
          <a:prstGeom prst="rect">
            <a:avLst/>
          </a:prstGeom>
          <a:solidFill>
            <a:schemeClr val="bg1">
              <a:lumMod val="85000"/>
            </a:schemeClr>
          </a:solidFill>
          <a:ln>
            <a:noFill/>
          </a:ln>
          <a:effectLst/>
        </p:spPr>
        <p:txBody>
          <a:bodyPr lIns="228600" tIns="228600" rIns="228600" bIns="228600" anchor="t"/>
          <a:lstStyle/>
          <a:p>
            <a:pPr algn="just" eaLnBrk="1" hangingPunct="1">
              <a:defRPr/>
            </a:pPr>
            <a:r>
              <a:rPr lang="en-US" sz="4300">
                <a:latin typeface="Calibri" panose="020F0502020204030204" pitchFamily="34" charset="0"/>
                <a:ea typeface="Calibri" panose="020F0502020204030204" pitchFamily="34" charset="0"/>
                <a:cs typeface="Calibri" panose="020F0502020204030204" pitchFamily="34" charset="0"/>
              </a:rPr>
              <a:t>The  model developed in this paper facilitates Indian paper currency recognition via a mobile application. Providing output through audio and vibrations, it aids the blind in independent financial transactions, reducing reliance on others. Deployed as a user-friendly mobile app, it integrates with voice recognition platforms like Google Assistant and Siri, allowing easy accessibility. By capturing images through simple voice commands, such as "cheese" or "capture," it empowers both visually and hearing-impaired individuals to identify currency in crowded or noisy environments like supermarkets and festivals, enhancing their autonomy in daily transactions. </a:t>
            </a:r>
            <a:endParaRPr lang="en-US" altLang="en-US" sz="4300">
              <a:latin typeface="Calibri" panose="020F0502020204030204" pitchFamily="34" charset="0"/>
              <a:ea typeface="Calibri" panose="020F0502020204030204" pitchFamily="34" charset="0"/>
              <a:cs typeface="Calibri" panose="020F0502020204030204" pitchFamily="34" charset="0"/>
            </a:endParaRPr>
          </a:p>
        </p:txBody>
      </p:sp>
      <p:sp>
        <p:nvSpPr>
          <p:cNvPr id="2319" name="Text Box 271">
            <a:extLst>
              <a:ext uri="{FF2B5EF4-FFF2-40B4-BE49-F238E27FC236}">
                <a16:creationId xmlns:a16="http://schemas.microsoft.com/office/drawing/2014/main" id="{18DC5DF0-A5B3-2B4A-E88E-ADEE4809DB67}"/>
              </a:ext>
            </a:extLst>
          </p:cNvPr>
          <p:cNvSpPr txBox="1">
            <a:spLocks noChangeArrowheads="1"/>
          </p:cNvSpPr>
          <p:nvPr/>
        </p:nvSpPr>
        <p:spPr bwMode="auto">
          <a:xfrm>
            <a:off x="10055225" y="7540989"/>
            <a:ext cx="9988318" cy="15208162"/>
          </a:xfrm>
          <a:prstGeom prst="rect">
            <a:avLst/>
          </a:prstGeom>
          <a:solidFill>
            <a:schemeClr val="bg1">
              <a:lumMod val="85000"/>
            </a:schemeClr>
          </a:solidFill>
          <a:ln>
            <a:noFill/>
          </a:ln>
          <a:effectLst/>
        </p:spPr>
        <p:txBody>
          <a:bodyPr lIns="228600" tIns="228600" rIns="228600" bIns="228600" anchor="t"/>
          <a:lstStyle/>
          <a:p>
            <a:pPr algn="just"/>
            <a:r>
              <a:rPr lang="en-US" sz="4950" b="0" i="0">
                <a:effectLst/>
                <a:latin typeface="Calibri" panose="020F0502020204030204" pitchFamily="34" charset="0"/>
                <a:ea typeface="Calibri" panose="020F0502020204030204" pitchFamily="34" charset="0"/>
                <a:cs typeface="Calibri" panose="020F0502020204030204" pitchFamily="34" charset="0"/>
              </a:rPr>
              <a:t>The "Paper Currency Recognition for Blind People" project leverages AI and image processing to assist visually impaired individuals in identifying currency denominations, fostering financial independence and supporting their daily activities. The app developed under this project enables users to capture images of currency notes, receiving output in both voice and vibration formats. This dual output mechanism ensures that users can not only hear but also feel the information, enhancing accessibility and usability. By providing multi-modal feedback, the app empowers blind individuals to confidently manage their finances and meet their daily needs.</a:t>
            </a:r>
            <a:endParaRPr lang="en-GB" sz="4950" b="0" i="0">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 Box 246">
            <a:extLst>
              <a:ext uri="{FF2B5EF4-FFF2-40B4-BE49-F238E27FC236}">
                <a16:creationId xmlns:a16="http://schemas.microsoft.com/office/drawing/2014/main" id="{82FB177B-42DE-74C0-3262-12D89226A70E}"/>
              </a:ext>
            </a:extLst>
          </p:cNvPr>
          <p:cNvSpPr txBox="1">
            <a:spLocks noChangeArrowheads="1"/>
          </p:cNvSpPr>
          <p:nvPr/>
        </p:nvSpPr>
        <p:spPr bwMode="auto">
          <a:xfrm>
            <a:off x="10055220" y="42040175"/>
            <a:ext cx="32907293" cy="1371600"/>
          </a:xfrm>
          <a:prstGeom prst="rect">
            <a:avLst/>
          </a:prstGeom>
          <a:solidFill>
            <a:srgbClr val="FFC000"/>
          </a:solidFill>
          <a:ln>
            <a:noFill/>
          </a:ln>
          <a:effectLst/>
        </p:spPr>
        <p:txBody>
          <a:bodyPr wrap="none" lIns="228600" tIns="228600" rIns="228600" bIns="228600" anchor="ctr" anchorCtr="1"/>
          <a:lstStyle>
            <a:lvl1pPr defTabSz="4389438">
              <a:defRPr sz="3600">
                <a:solidFill>
                  <a:schemeClr val="tx1"/>
                </a:solidFill>
                <a:latin typeface="Arial" panose="020B0604020202020204" pitchFamily="34" charset="0"/>
              </a:defRPr>
            </a:lvl1pPr>
            <a:lvl2pPr marL="742950" indent="-285750" defTabSz="4389438">
              <a:defRPr sz="3600">
                <a:solidFill>
                  <a:schemeClr val="tx1"/>
                </a:solidFill>
                <a:latin typeface="Arial" panose="020B0604020202020204" pitchFamily="34" charset="0"/>
              </a:defRPr>
            </a:lvl2pPr>
            <a:lvl3pPr marL="1143000" indent="-228600" defTabSz="4389438">
              <a:defRPr sz="3600">
                <a:solidFill>
                  <a:schemeClr val="tx1"/>
                </a:solidFill>
                <a:latin typeface="Arial" panose="020B0604020202020204" pitchFamily="34" charset="0"/>
              </a:defRPr>
            </a:lvl3pPr>
            <a:lvl4pPr marL="1600200" indent="-228600" defTabSz="4389438">
              <a:defRPr sz="3600">
                <a:solidFill>
                  <a:schemeClr val="tx1"/>
                </a:solidFill>
                <a:latin typeface="Arial" panose="020B0604020202020204" pitchFamily="34" charset="0"/>
              </a:defRPr>
            </a:lvl4pPr>
            <a:lvl5pPr marL="2057400" indent="-228600" defTabSz="4389438">
              <a:defRPr sz="3600">
                <a:solidFill>
                  <a:schemeClr val="tx1"/>
                </a:solidFill>
                <a:latin typeface="Arial" panose="020B0604020202020204" pitchFamily="34" charset="0"/>
              </a:defRPr>
            </a:lvl5pPr>
            <a:lvl6pPr marL="2514600" indent="-228600" defTabSz="4389438" eaLnBrk="0" fontAlgn="base" hangingPunct="0">
              <a:spcBef>
                <a:spcPct val="0"/>
              </a:spcBef>
              <a:spcAft>
                <a:spcPct val="0"/>
              </a:spcAft>
              <a:defRPr sz="3600">
                <a:solidFill>
                  <a:schemeClr val="tx1"/>
                </a:solidFill>
                <a:latin typeface="Arial" panose="020B0604020202020204" pitchFamily="34" charset="0"/>
              </a:defRPr>
            </a:lvl6pPr>
            <a:lvl7pPr marL="2971800" indent="-228600" defTabSz="4389438" eaLnBrk="0" fontAlgn="base" hangingPunct="0">
              <a:spcBef>
                <a:spcPct val="0"/>
              </a:spcBef>
              <a:spcAft>
                <a:spcPct val="0"/>
              </a:spcAft>
              <a:defRPr sz="3600">
                <a:solidFill>
                  <a:schemeClr val="tx1"/>
                </a:solidFill>
                <a:latin typeface="Arial" panose="020B0604020202020204" pitchFamily="34" charset="0"/>
              </a:defRPr>
            </a:lvl7pPr>
            <a:lvl8pPr marL="3429000" indent="-228600" defTabSz="4389438" eaLnBrk="0" fontAlgn="base" hangingPunct="0">
              <a:spcBef>
                <a:spcPct val="0"/>
              </a:spcBef>
              <a:spcAft>
                <a:spcPct val="0"/>
              </a:spcAft>
              <a:defRPr sz="3600">
                <a:solidFill>
                  <a:schemeClr val="tx1"/>
                </a:solidFill>
                <a:latin typeface="Arial" panose="020B0604020202020204" pitchFamily="34" charset="0"/>
              </a:defRPr>
            </a:lvl8pPr>
            <a:lvl9pPr marL="3886200" indent="-228600" defTabSz="4389438" eaLnBrk="0" fontAlgn="base" hangingPunct="0">
              <a:spcBef>
                <a:spcPct val="0"/>
              </a:spcBef>
              <a:spcAft>
                <a:spcPct val="0"/>
              </a:spcAft>
              <a:defRPr sz="3600">
                <a:solidFill>
                  <a:schemeClr val="tx1"/>
                </a:solidFill>
                <a:latin typeface="Arial" panose="020B0604020202020204" pitchFamily="34" charset="0"/>
              </a:defRPr>
            </a:lvl9pPr>
          </a:lstStyle>
          <a:p>
            <a:pPr eaLnBrk="1" hangingPunct="1">
              <a:defRPr/>
            </a:pPr>
            <a:endParaRPr lang="en-US" altLang="en-US" sz="4800">
              <a:latin typeface="Impact" panose="020B0806030902050204" pitchFamily="34" charset="0"/>
            </a:endParaRPr>
          </a:p>
        </p:txBody>
      </p:sp>
      <p:sp>
        <p:nvSpPr>
          <p:cNvPr id="6" name="Text Box 266">
            <a:extLst>
              <a:ext uri="{FF2B5EF4-FFF2-40B4-BE49-F238E27FC236}">
                <a16:creationId xmlns:a16="http://schemas.microsoft.com/office/drawing/2014/main" id="{9B9E8F4D-936F-5C1F-F3A4-948AE887269F}"/>
              </a:ext>
            </a:extLst>
          </p:cNvPr>
          <p:cNvSpPr txBox="1">
            <a:spLocks noChangeArrowheads="1"/>
          </p:cNvSpPr>
          <p:nvPr/>
        </p:nvSpPr>
        <p:spPr bwMode="auto">
          <a:xfrm>
            <a:off x="19080" y="7554085"/>
            <a:ext cx="9204721" cy="17557242"/>
          </a:xfrm>
          <a:prstGeom prst="rect">
            <a:avLst/>
          </a:prstGeom>
          <a:solidFill>
            <a:srgbClr val="003A74"/>
          </a:solidFill>
          <a:ln>
            <a:noFill/>
          </a:ln>
          <a:effectLst/>
          <a:extLst>
            <a:ext uri="{91240B29-F687-4F45-9708-019B960494DF}">
              <a14:hiddenLine xmlns:a14="http://schemas.microsoft.com/office/drawing/2010/main" w="1905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228600" tIns="228600" rIns="228600" bIns="228600" anchor="t">
            <a:spAutoFit/>
          </a:bodyPr>
          <a:lstStyle>
            <a:lvl1pPr>
              <a:defRPr sz="3600">
                <a:solidFill>
                  <a:schemeClr val="tx1"/>
                </a:solidFill>
                <a:latin typeface="Arial" panose="020B0604020202020204" pitchFamily="34" charset="0"/>
              </a:defRPr>
            </a:lvl1pPr>
            <a:lvl2pPr marL="742950" indent="-285750">
              <a:defRPr sz="3600">
                <a:solidFill>
                  <a:schemeClr val="tx1"/>
                </a:solidFill>
                <a:latin typeface="Arial" panose="020B0604020202020204" pitchFamily="34" charset="0"/>
              </a:defRPr>
            </a:lvl2pPr>
            <a:lvl3pPr marL="1143000" indent="-228600">
              <a:defRPr sz="3600">
                <a:solidFill>
                  <a:schemeClr val="tx1"/>
                </a:solidFill>
                <a:latin typeface="Arial" panose="020B0604020202020204" pitchFamily="34" charset="0"/>
              </a:defRPr>
            </a:lvl3pPr>
            <a:lvl4pPr marL="1600200" indent="-228600">
              <a:defRPr sz="3600">
                <a:solidFill>
                  <a:schemeClr val="tx1"/>
                </a:solidFill>
                <a:latin typeface="Arial" panose="020B0604020202020204" pitchFamily="34" charset="0"/>
              </a:defRPr>
            </a:lvl4pPr>
            <a:lvl5pPr marL="2057400" indent="-228600">
              <a:defRPr sz="3600">
                <a:solidFill>
                  <a:schemeClr val="tx1"/>
                </a:solidFill>
                <a:latin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defRPr>
            </a:lvl9pPr>
          </a:lstStyle>
          <a:p>
            <a:pPr marL="360000">
              <a:lnSpc>
                <a:spcPct val="114999"/>
              </a:lnSpc>
            </a:pPr>
            <a:r>
              <a:rPr lang="en" sz="5100">
                <a:solidFill>
                  <a:schemeClr val="bg1"/>
                </a:solidFill>
                <a:latin typeface="Calibri" panose="020F0502020204030204" pitchFamily="34" charset="0"/>
                <a:ea typeface="Calibri" panose="020F0502020204030204" pitchFamily="34" charset="0"/>
                <a:cs typeface="Calibri" panose="020F0502020204030204" pitchFamily="34" charset="0"/>
              </a:rPr>
              <a:t>Blind individuals encounter obstacles recognizing paper currency, impeding financial independence. Traditional methods, like seeking help or folding, compromise privacy and autonomy. Our project addresses this challenge by developing a bespoke currency recognition system, empowering the visually impaired to autonomously manage finances. Through advanced image processing and machine learning, it enhances financial independence and daily interactions, fostering inclusivity and an improved quality of life.</a:t>
            </a:r>
            <a:endParaRPr lang="en-US" sz="51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9" name="Text Box 246">
            <a:extLst>
              <a:ext uri="{FF2B5EF4-FFF2-40B4-BE49-F238E27FC236}">
                <a16:creationId xmlns:a16="http://schemas.microsoft.com/office/drawing/2014/main" id="{4F1F8F06-C63C-74CD-E41F-D71B3E961237}"/>
              </a:ext>
            </a:extLst>
          </p:cNvPr>
          <p:cNvSpPr txBox="1">
            <a:spLocks noChangeArrowheads="1"/>
          </p:cNvSpPr>
          <p:nvPr/>
        </p:nvSpPr>
        <p:spPr bwMode="auto">
          <a:xfrm>
            <a:off x="63896" y="25391633"/>
            <a:ext cx="9140824" cy="1371600"/>
          </a:xfrm>
          <a:prstGeom prst="rect">
            <a:avLst/>
          </a:prstGeom>
          <a:solidFill>
            <a:srgbClr val="FFC000"/>
          </a:solidFill>
          <a:ln>
            <a:noFill/>
          </a:ln>
          <a:effectLst/>
        </p:spPr>
        <p:txBody>
          <a:bodyPr wrap="none" lIns="228600" tIns="228600" rIns="228600" bIns="228600" anchor="ctr" anchorCtr="1"/>
          <a:lstStyle>
            <a:lvl1pPr defTabSz="4389438">
              <a:defRPr sz="3600">
                <a:solidFill>
                  <a:schemeClr val="tx1"/>
                </a:solidFill>
                <a:latin typeface="Arial" panose="020B0604020202020204" pitchFamily="34" charset="0"/>
              </a:defRPr>
            </a:lvl1pPr>
            <a:lvl2pPr marL="742950" indent="-285750" defTabSz="4389438">
              <a:defRPr sz="3600">
                <a:solidFill>
                  <a:schemeClr val="tx1"/>
                </a:solidFill>
                <a:latin typeface="Arial" panose="020B0604020202020204" pitchFamily="34" charset="0"/>
              </a:defRPr>
            </a:lvl2pPr>
            <a:lvl3pPr marL="1143000" indent="-228600" defTabSz="4389438">
              <a:defRPr sz="3600">
                <a:solidFill>
                  <a:schemeClr val="tx1"/>
                </a:solidFill>
                <a:latin typeface="Arial" panose="020B0604020202020204" pitchFamily="34" charset="0"/>
              </a:defRPr>
            </a:lvl3pPr>
            <a:lvl4pPr marL="1600200" indent="-228600" defTabSz="4389438">
              <a:defRPr sz="3600">
                <a:solidFill>
                  <a:schemeClr val="tx1"/>
                </a:solidFill>
                <a:latin typeface="Arial" panose="020B0604020202020204" pitchFamily="34" charset="0"/>
              </a:defRPr>
            </a:lvl4pPr>
            <a:lvl5pPr marL="2057400" indent="-228600" defTabSz="4389438">
              <a:defRPr sz="3600">
                <a:solidFill>
                  <a:schemeClr val="tx1"/>
                </a:solidFill>
                <a:latin typeface="Arial" panose="020B0604020202020204" pitchFamily="34" charset="0"/>
              </a:defRPr>
            </a:lvl5pPr>
            <a:lvl6pPr marL="2514600" indent="-228600" defTabSz="4389438" eaLnBrk="0" fontAlgn="base" hangingPunct="0">
              <a:spcBef>
                <a:spcPct val="0"/>
              </a:spcBef>
              <a:spcAft>
                <a:spcPct val="0"/>
              </a:spcAft>
              <a:defRPr sz="3600">
                <a:solidFill>
                  <a:schemeClr val="tx1"/>
                </a:solidFill>
                <a:latin typeface="Arial" panose="020B0604020202020204" pitchFamily="34" charset="0"/>
              </a:defRPr>
            </a:lvl6pPr>
            <a:lvl7pPr marL="2971800" indent="-228600" defTabSz="4389438" eaLnBrk="0" fontAlgn="base" hangingPunct="0">
              <a:spcBef>
                <a:spcPct val="0"/>
              </a:spcBef>
              <a:spcAft>
                <a:spcPct val="0"/>
              </a:spcAft>
              <a:defRPr sz="3600">
                <a:solidFill>
                  <a:schemeClr val="tx1"/>
                </a:solidFill>
                <a:latin typeface="Arial" panose="020B0604020202020204" pitchFamily="34" charset="0"/>
              </a:defRPr>
            </a:lvl7pPr>
            <a:lvl8pPr marL="3429000" indent="-228600" defTabSz="4389438" eaLnBrk="0" fontAlgn="base" hangingPunct="0">
              <a:spcBef>
                <a:spcPct val="0"/>
              </a:spcBef>
              <a:spcAft>
                <a:spcPct val="0"/>
              </a:spcAft>
              <a:defRPr sz="3600">
                <a:solidFill>
                  <a:schemeClr val="tx1"/>
                </a:solidFill>
                <a:latin typeface="Arial" panose="020B0604020202020204" pitchFamily="34" charset="0"/>
              </a:defRPr>
            </a:lvl8pPr>
            <a:lvl9pPr marL="3886200" indent="-228600" defTabSz="4389438" eaLnBrk="0" fontAlgn="base" hangingPunct="0">
              <a:spcBef>
                <a:spcPct val="0"/>
              </a:spcBef>
              <a:spcAft>
                <a:spcPct val="0"/>
              </a:spcAft>
              <a:defRPr sz="3600">
                <a:solidFill>
                  <a:schemeClr val="tx1"/>
                </a:solidFill>
                <a:latin typeface="Arial" panose="020B0604020202020204" pitchFamily="34" charset="0"/>
              </a:defRPr>
            </a:lvl9pPr>
          </a:lstStyle>
          <a:p>
            <a:pPr eaLnBrk="1" hangingPunct="1">
              <a:defRPr/>
            </a:pPr>
            <a:r>
              <a:rPr lang="en-US" altLang="en-US" sz="4800" b="1">
                <a:latin typeface="Aptos" panose="020B0004020202020204" pitchFamily="34" charset="0"/>
              </a:rPr>
              <a:t>SPOTLIGHT OF THE PROJECT</a:t>
            </a:r>
          </a:p>
        </p:txBody>
      </p:sp>
      <p:sp>
        <p:nvSpPr>
          <p:cNvPr id="2" name="Text Box 261">
            <a:extLst>
              <a:ext uri="{FF2B5EF4-FFF2-40B4-BE49-F238E27FC236}">
                <a16:creationId xmlns:a16="http://schemas.microsoft.com/office/drawing/2014/main" id="{BFA2757F-53B1-091F-EE18-EBF1C7723365}"/>
              </a:ext>
            </a:extLst>
          </p:cNvPr>
          <p:cNvSpPr txBox="1">
            <a:spLocks noChangeArrowheads="1"/>
          </p:cNvSpPr>
          <p:nvPr/>
        </p:nvSpPr>
        <p:spPr bwMode="auto">
          <a:xfrm>
            <a:off x="32600649" y="31828157"/>
            <a:ext cx="10055225" cy="1371600"/>
          </a:xfrm>
          <a:prstGeom prst="rect">
            <a:avLst/>
          </a:prstGeom>
          <a:solidFill>
            <a:srgbClr val="FFC000"/>
          </a:solidFill>
          <a:ln>
            <a:noFill/>
          </a:ln>
          <a:effectLst/>
        </p:spPr>
        <p:txBody>
          <a:bodyPr wrap="none" lIns="228600" tIns="228600" rIns="228600" bIns="228600" anchor="ctr" anchorCtr="1"/>
          <a:lstStyle>
            <a:lvl1pPr defTabSz="4389438">
              <a:defRPr sz="3600">
                <a:solidFill>
                  <a:schemeClr val="tx1"/>
                </a:solidFill>
                <a:latin typeface="Arial" panose="020B0604020202020204" pitchFamily="34" charset="0"/>
              </a:defRPr>
            </a:lvl1pPr>
            <a:lvl2pPr marL="742950" indent="-285750" defTabSz="4389438">
              <a:defRPr sz="3600">
                <a:solidFill>
                  <a:schemeClr val="tx1"/>
                </a:solidFill>
                <a:latin typeface="Arial" panose="020B0604020202020204" pitchFamily="34" charset="0"/>
              </a:defRPr>
            </a:lvl2pPr>
            <a:lvl3pPr marL="1143000" indent="-228600" defTabSz="4389438">
              <a:defRPr sz="3600">
                <a:solidFill>
                  <a:schemeClr val="tx1"/>
                </a:solidFill>
                <a:latin typeface="Arial" panose="020B0604020202020204" pitchFamily="34" charset="0"/>
              </a:defRPr>
            </a:lvl3pPr>
            <a:lvl4pPr marL="1600200" indent="-228600" defTabSz="4389438">
              <a:defRPr sz="3600">
                <a:solidFill>
                  <a:schemeClr val="tx1"/>
                </a:solidFill>
                <a:latin typeface="Arial" panose="020B0604020202020204" pitchFamily="34" charset="0"/>
              </a:defRPr>
            </a:lvl4pPr>
            <a:lvl5pPr marL="2057400" indent="-228600" defTabSz="4389438">
              <a:defRPr sz="3600">
                <a:solidFill>
                  <a:schemeClr val="tx1"/>
                </a:solidFill>
                <a:latin typeface="Arial" panose="020B0604020202020204" pitchFamily="34" charset="0"/>
              </a:defRPr>
            </a:lvl5pPr>
            <a:lvl6pPr marL="2514600" indent="-228600" defTabSz="4389438" eaLnBrk="0" fontAlgn="base" hangingPunct="0">
              <a:spcBef>
                <a:spcPct val="0"/>
              </a:spcBef>
              <a:spcAft>
                <a:spcPct val="0"/>
              </a:spcAft>
              <a:defRPr sz="3600">
                <a:solidFill>
                  <a:schemeClr val="tx1"/>
                </a:solidFill>
                <a:latin typeface="Arial" panose="020B0604020202020204" pitchFamily="34" charset="0"/>
              </a:defRPr>
            </a:lvl6pPr>
            <a:lvl7pPr marL="2971800" indent="-228600" defTabSz="4389438" eaLnBrk="0" fontAlgn="base" hangingPunct="0">
              <a:spcBef>
                <a:spcPct val="0"/>
              </a:spcBef>
              <a:spcAft>
                <a:spcPct val="0"/>
              </a:spcAft>
              <a:defRPr sz="3600">
                <a:solidFill>
                  <a:schemeClr val="tx1"/>
                </a:solidFill>
                <a:latin typeface="Arial" panose="020B0604020202020204" pitchFamily="34" charset="0"/>
              </a:defRPr>
            </a:lvl7pPr>
            <a:lvl8pPr marL="3429000" indent="-228600" defTabSz="4389438" eaLnBrk="0" fontAlgn="base" hangingPunct="0">
              <a:spcBef>
                <a:spcPct val="0"/>
              </a:spcBef>
              <a:spcAft>
                <a:spcPct val="0"/>
              </a:spcAft>
              <a:defRPr sz="3600">
                <a:solidFill>
                  <a:schemeClr val="tx1"/>
                </a:solidFill>
                <a:latin typeface="Arial" panose="020B0604020202020204" pitchFamily="34" charset="0"/>
              </a:defRPr>
            </a:lvl8pPr>
            <a:lvl9pPr marL="3886200" indent="-228600" defTabSz="4389438" eaLnBrk="0" fontAlgn="base" hangingPunct="0">
              <a:spcBef>
                <a:spcPct val="0"/>
              </a:spcBef>
              <a:spcAft>
                <a:spcPct val="0"/>
              </a:spcAft>
              <a:defRPr sz="3600">
                <a:solidFill>
                  <a:schemeClr val="tx1"/>
                </a:solidFill>
                <a:latin typeface="Arial" panose="020B0604020202020204" pitchFamily="34" charset="0"/>
              </a:defRPr>
            </a:lvl9pPr>
          </a:lstStyle>
          <a:p>
            <a:pPr eaLnBrk="1" hangingPunct="1"/>
            <a:r>
              <a:rPr lang="en-US" altLang="en-US" sz="4800" b="1">
                <a:latin typeface="Aptos" panose="020B0004020202020204" pitchFamily="34" charset="0"/>
              </a:rPr>
              <a:t>QR LINK OF PROJECT VIDEO</a:t>
            </a:r>
          </a:p>
        </p:txBody>
      </p:sp>
      <p:sp>
        <p:nvSpPr>
          <p:cNvPr id="7" name="Text Box 270">
            <a:extLst>
              <a:ext uri="{FF2B5EF4-FFF2-40B4-BE49-F238E27FC236}">
                <a16:creationId xmlns:a16="http://schemas.microsoft.com/office/drawing/2014/main" id="{4EBDDCC1-F8DC-A74C-1773-8917931BF919}"/>
              </a:ext>
            </a:extLst>
          </p:cNvPr>
          <p:cNvSpPr txBox="1">
            <a:spLocks noChangeArrowheads="1"/>
          </p:cNvSpPr>
          <p:nvPr/>
        </p:nvSpPr>
        <p:spPr bwMode="auto">
          <a:xfrm>
            <a:off x="32622576" y="33335120"/>
            <a:ext cx="10067924" cy="8343899"/>
          </a:xfrm>
          <a:prstGeom prst="rect">
            <a:avLst/>
          </a:prstGeom>
          <a:solidFill>
            <a:schemeClr val="bg1">
              <a:lumMod val="85000"/>
            </a:schemeClr>
          </a:solidFill>
          <a:ln>
            <a:noFill/>
          </a:ln>
          <a:effectLst/>
        </p:spPr>
        <p:txBody>
          <a:bodyPr lIns="228600" tIns="228600" rIns="228600" bIns="228600"/>
          <a:lstStyle/>
          <a:p>
            <a:pPr eaLnBrk="1" hangingPunct="1">
              <a:defRPr/>
            </a:pPr>
            <a:endParaRPr lang="en-US" altLang="en-US"/>
          </a:p>
        </p:txBody>
      </p:sp>
      <p:sp>
        <p:nvSpPr>
          <p:cNvPr id="12" name="TextBox 11">
            <a:extLst>
              <a:ext uri="{FF2B5EF4-FFF2-40B4-BE49-F238E27FC236}">
                <a16:creationId xmlns:a16="http://schemas.microsoft.com/office/drawing/2014/main" id="{287480D7-6AC4-5C33-F8D7-1AB4D5F288D2}"/>
              </a:ext>
            </a:extLst>
          </p:cNvPr>
          <p:cNvSpPr txBox="1"/>
          <p:nvPr/>
        </p:nvSpPr>
        <p:spPr>
          <a:xfrm>
            <a:off x="379770" y="27512458"/>
            <a:ext cx="8817875" cy="15327273"/>
          </a:xfrm>
          <a:prstGeom prst="rect">
            <a:avLst/>
          </a:prstGeom>
          <a:noFill/>
        </p:spPr>
        <p:txBody>
          <a:bodyPr wrap="square" lIns="91440" tIns="45720" rIns="91440" bIns="45720" anchor="t">
            <a:spAutoFit/>
          </a:bodyPr>
          <a:lstStyle/>
          <a:p>
            <a:endParaRPr lang="en-US" sz="450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685800" indent="-685800" rtl="0">
              <a:buFont typeface="Wingdings" panose="05000000000000000000" pitchFamily="2" charset="2"/>
              <a:buChar char="Ø"/>
            </a:pPr>
            <a:r>
              <a:rPr lang="en-US" sz="4500">
                <a:solidFill>
                  <a:schemeClr val="bg1"/>
                </a:solidFill>
                <a:effectLst/>
                <a:latin typeface="Calibri" panose="020F0502020204030204" pitchFamily="34" charset="0"/>
                <a:ea typeface="Calibri" panose="020F0502020204030204" pitchFamily="34" charset="0"/>
                <a:cs typeface="Calibri" panose="020F0502020204030204" pitchFamily="34" charset="0"/>
              </a:rPr>
              <a:t>This app allows users to capture images using voice commands. The captured image is processed and the result is converted into text format for display. Additionally, the output is also converted into audio, providing an alternative way for users to perceive the information audibly.</a:t>
            </a:r>
            <a:br>
              <a:rPr lang="en-US" sz="4500">
                <a:solidFill>
                  <a:schemeClr val="bg1"/>
                </a:solidFill>
                <a:latin typeface="Calibri" panose="020F0502020204030204" pitchFamily="34" charset="0"/>
                <a:ea typeface="Calibri" panose="020F0502020204030204" pitchFamily="34" charset="0"/>
                <a:cs typeface="Calibri" panose="020F0502020204030204" pitchFamily="34" charset="0"/>
              </a:rPr>
            </a:br>
            <a:endParaRPr lang="en-US" sz="450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685800" indent="-685800" rtl="0">
              <a:buFont typeface="Wingdings" panose="05000000000000000000" pitchFamily="2" charset="2"/>
              <a:buChar char="Ø"/>
            </a:pPr>
            <a:r>
              <a:rPr lang="en-US" sz="4500">
                <a:solidFill>
                  <a:schemeClr val="bg1"/>
                </a:solidFill>
                <a:effectLst/>
                <a:latin typeface="Calibri" panose="020F0502020204030204" pitchFamily="34" charset="0"/>
                <a:ea typeface="Calibri" panose="020F0502020204030204" pitchFamily="34" charset="0"/>
                <a:cs typeface="Calibri" panose="020F0502020204030204" pitchFamily="34" charset="0"/>
              </a:rPr>
              <a:t>Furthermore, the app incorporates vibration feedback, with each denomination of currency represented by a distinct number of vibrations. This feature helps users differentiate between different denominations based on the vibration count, enhancing accessibility for individuals with visual impairments or those who prefer tactile feedback.</a:t>
            </a:r>
            <a:endParaRPr lang="en-US" sz="45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descr="A close up of a logo&#10;&#10;Description automatically generated">
            <a:extLst>
              <a:ext uri="{FF2B5EF4-FFF2-40B4-BE49-F238E27FC236}">
                <a16:creationId xmlns:a16="http://schemas.microsoft.com/office/drawing/2014/main" id="{A2156263-5E0D-14B7-5027-94F55A88A3D0}"/>
              </a:ext>
            </a:extLst>
          </p:cNvPr>
          <p:cNvPicPr>
            <a:picLocks noChangeAspect="1"/>
          </p:cNvPicPr>
          <p:nvPr/>
        </p:nvPicPr>
        <p:blipFill>
          <a:blip r:embed="rId3"/>
          <a:stretch>
            <a:fillRect/>
          </a:stretch>
        </p:blipFill>
        <p:spPr>
          <a:xfrm>
            <a:off x="747534" y="1105260"/>
            <a:ext cx="7706442" cy="4046507"/>
          </a:xfrm>
          <a:prstGeom prst="rect">
            <a:avLst/>
          </a:prstGeom>
        </p:spPr>
      </p:pic>
      <p:pic>
        <p:nvPicPr>
          <p:cNvPr id="10" name="Picture 9">
            <a:extLst>
              <a:ext uri="{FF2B5EF4-FFF2-40B4-BE49-F238E27FC236}">
                <a16:creationId xmlns:a16="http://schemas.microsoft.com/office/drawing/2014/main" id="{A16248E1-6C53-3296-DF87-44D6207B47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flipV="1">
            <a:off x="20272905" y="25917005"/>
            <a:ext cx="994046" cy="61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75">
            <a:extLst>
              <a:ext uri="{FF2B5EF4-FFF2-40B4-BE49-F238E27FC236}">
                <a16:creationId xmlns:a16="http://schemas.microsoft.com/office/drawing/2014/main" id="{60A8218E-6295-3A7D-9318-52B1852E23B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48724" y="22110765"/>
            <a:ext cx="10250350" cy="796482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77">
            <a:extLst>
              <a:ext uri="{FF2B5EF4-FFF2-40B4-BE49-F238E27FC236}">
                <a16:creationId xmlns:a16="http://schemas.microsoft.com/office/drawing/2014/main" id="{92AA1B17-E86A-F5B9-CDCF-94239685850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45293" y="31107326"/>
            <a:ext cx="4879243" cy="1057169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descr="A black rectangle with a purple rectangle on it&#10;&#10;Description automatically generated">
            <a:extLst>
              <a:ext uri="{FF2B5EF4-FFF2-40B4-BE49-F238E27FC236}">
                <a16:creationId xmlns:a16="http://schemas.microsoft.com/office/drawing/2014/main" id="{4FDB2D22-661B-B2BA-AFAD-99407D33753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318673" y="31069327"/>
            <a:ext cx="4955226" cy="10736323"/>
          </a:xfrm>
          <a:prstGeom prst="rect">
            <a:avLst/>
          </a:prstGeom>
        </p:spPr>
      </p:pic>
      <p:pic>
        <p:nvPicPr>
          <p:cNvPr id="24" name="Picture 23" descr="A diagram of a process&#10;&#10;Description automatically generated">
            <a:extLst>
              <a:ext uri="{FF2B5EF4-FFF2-40B4-BE49-F238E27FC236}">
                <a16:creationId xmlns:a16="http://schemas.microsoft.com/office/drawing/2014/main" id="{D77070FD-E0E1-F24E-46BD-55A01A7CC36D}"/>
              </a:ext>
            </a:extLst>
          </p:cNvPr>
          <p:cNvPicPr>
            <a:picLocks noChangeAspect="1"/>
          </p:cNvPicPr>
          <p:nvPr/>
        </p:nvPicPr>
        <p:blipFill>
          <a:blip r:embed="rId8"/>
          <a:stretch>
            <a:fillRect/>
          </a:stretch>
        </p:blipFill>
        <p:spPr>
          <a:xfrm>
            <a:off x="10138160" y="34957157"/>
            <a:ext cx="10023157" cy="6306519"/>
          </a:xfrm>
          <a:prstGeom prst="rect">
            <a:avLst/>
          </a:prstGeom>
          <a:solidFill>
            <a:schemeClr val="tx1"/>
          </a:solidFill>
          <a:ln>
            <a:solidFill>
              <a:schemeClr val="tx1"/>
            </a:solidFill>
          </a:ln>
          <a:effectLst>
            <a:glow rad="63500">
              <a:schemeClr val="accent2">
                <a:satMod val="175000"/>
                <a:alpha val="40000"/>
              </a:schemeClr>
            </a:glow>
          </a:effectLst>
        </p:spPr>
      </p:pic>
      <p:pic>
        <p:nvPicPr>
          <p:cNvPr id="25" name="Picture 24" descr="A qr code with black squares&#10;&#10;Description automatically generated">
            <a:extLst>
              <a:ext uri="{FF2B5EF4-FFF2-40B4-BE49-F238E27FC236}">
                <a16:creationId xmlns:a16="http://schemas.microsoft.com/office/drawing/2014/main" id="{2144C217-0FDF-9B33-F99D-C8C33327B7D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2611761" y="33389066"/>
            <a:ext cx="10044113" cy="8236006"/>
          </a:xfrm>
          <a:prstGeom prst="rect">
            <a:avLst/>
          </a:prstGeom>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altLang="en-US" sz="36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altLang="en-US" sz="36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8341c729-4ec6-4fa5-8bf7-eaba9ef959d8">
      <UserInfo>
        <DisplayName>KCT-Information Technology - Students Members</DisplayName>
        <AccountId>181</AccountId>
        <AccountType/>
      </UserInfo>
      <UserInfo>
        <DisplayName>Gayathri D . 20BIT013</DisplayName>
        <AccountId>33</AccountId>
        <AccountType/>
      </UserInfo>
      <UserInfo>
        <DisplayName>Kaviya S . 20BIT025</DisplayName>
        <AccountId>45</AccountId>
        <AccountType/>
      </UserInfo>
    </SharedWithUsers>
    <lcf76f155ced4ddcb4097134ff3c332f xmlns="047f370f-1dd3-4154-ba02-483414558b89">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08AAEF4738CEC41B764599DEBE58FDB" ma:contentTypeVersion="13" ma:contentTypeDescription="Create a new document." ma:contentTypeScope="" ma:versionID="8bf4e54483d797bc7dec964b0f8fc77b">
  <xsd:schema xmlns:xsd="http://www.w3.org/2001/XMLSchema" xmlns:xs="http://www.w3.org/2001/XMLSchema" xmlns:p="http://schemas.microsoft.com/office/2006/metadata/properties" xmlns:ns2="047f370f-1dd3-4154-ba02-483414558b89" xmlns:ns3="8341c729-4ec6-4fa5-8bf7-eaba9ef959d8" targetNamespace="http://schemas.microsoft.com/office/2006/metadata/properties" ma:root="true" ma:fieldsID="2b2a256ec72bfc4efc5ffef3eded98e6" ns2:_="" ns3:_="">
    <xsd:import namespace="047f370f-1dd3-4154-ba02-483414558b89"/>
    <xsd:import namespace="8341c729-4ec6-4fa5-8bf7-eaba9ef959d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2:MediaServiceOCR" minOccurs="0"/>
                <xsd:element ref="ns2:MediaServiceGenerationTime" minOccurs="0"/>
                <xsd:element ref="ns2:MediaServiceEventHashCode" minOccurs="0"/>
                <xsd:element ref="ns2:MediaServiceSearchProperties"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7f370f-1dd3-4154-ba02-483414558b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6ea1b0d9-6ead-405e-a20d-02fb1ff69120"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341c729-4ec6-4fa5-8bf7-eaba9ef959d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1860201-2DFD-4A09-A27F-45DA80178E0B}">
  <ds:schemaRefs>
    <ds:schemaRef ds:uri="http://schemas.microsoft.com/office/2006/metadata/properties"/>
    <ds:schemaRef ds:uri="http://www.w3.org/2000/xmlns/"/>
    <ds:schemaRef ds:uri="144212eb-4a42-49ee-bbeb-2e7a51a14212"/>
    <ds:schemaRef ds:uri="http://www.w3.org/2001/XMLSchema-instance"/>
    <ds:schemaRef ds:uri="273e50f7-6c1c-456a-9cca-fed955d24631"/>
    <ds:schemaRef ds:uri="http://schemas.microsoft.com/office/infopath/2007/PartnerControls"/>
  </ds:schemaRefs>
</ds:datastoreItem>
</file>

<file path=customXml/itemProps2.xml><?xml version="1.0" encoding="utf-8"?>
<ds:datastoreItem xmlns:ds="http://schemas.openxmlformats.org/officeDocument/2006/customXml" ds:itemID="{72BAE74E-6472-4F66-AD15-FBF46B2C8271}"/>
</file>

<file path=customXml/itemProps3.xml><?xml version="1.0" encoding="utf-8"?>
<ds:datastoreItem xmlns:ds="http://schemas.openxmlformats.org/officeDocument/2006/customXml" ds:itemID="{9F960078-0E99-46F8-9A43-9E8278612B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Default Design</vt:lpstr>
      <vt:lpstr>PowerPoint Presentation</vt:lpstr>
    </vt:vector>
  </TitlesOfParts>
  <Company>Genigraphics 800.790.4001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poster 48 x 48 - D</dc:title>
  <dc:creator>Genigraphics 800.790.4001</dc:creator>
  <dc:description>To order poster prints visit us at www.genigraphics.com</dc:description>
  <cp:lastModifiedBy>Yogasri Y</cp:lastModifiedBy>
  <cp:revision>2</cp:revision>
  <dcterms:created xsi:type="dcterms:W3CDTF">2008-05-03T03:01:56Z</dcterms:created>
  <dcterms:modified xsi:type="dcterms:W3CDTF">2024-04-14T11:39:42Z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0x010100808AAEF4738CEC41B764599DEBE58FDB</vt:lpwstr>
  </property>
  <property fmtid="{D5CDD505-2E9C-101B-9397-08002B2CF9AE}" pid="3" name="MediaServiceImageTags">
    <vt:lpwstr/>
  </property>
</Properties>
</file>